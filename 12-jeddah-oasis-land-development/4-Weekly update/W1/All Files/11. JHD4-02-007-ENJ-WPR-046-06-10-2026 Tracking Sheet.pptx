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5"/>
  </p:notesMasterIdLst>
  <p:handoutMasterIdLst>
    <p:handoutMasterId r:id="rId6"/>
  </p:handoutMasterIdLst>
  <p:sldIdLst>
    <p:sldId id="2147378730" r:id="rId3"/>
    <p:sldId id="2147378729" r:id="rId4"/>
  </p:sldIdLst>
  <p:sldSz cx="6858000" cy="9906000" type="A4"/>
  <p:notesSz cx="6797675" cy="9926638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4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ADA98-F124-4295-A8B7-6BC0B3FC019E}" v="29" dt="2026-08-23T20:47:38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8" autoAdjust="0"/>
    <p:restoredTop sz="94694"/>
  </p:normalViewPr>
  <p:slideViewPr>
    <p:cSldViewPr snapToGrid="0">
      <p:cViewPr varScale="1">
        <p:scale>
          <a:sx n="73" d="100"/>
          <a:sy n="73" d="100"/>
        </p:scale>
        <p:origin x="3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2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Haseem (Planning Engr.)" userId="12b72251-2fb9-44d5-90a3-173ad1afb8ab" providerId="ADAL" clId="{EB746E38-262F-4C19-A3E7-DE6E25D1BFE8}"/>
    <pc:docChg chg="undo custSel modSld">
      <pc:chgData name="Mohamed Haseem (Planning Engr.)" userId="12b72251-2fb9-44d5-90a3-173ad1afb8ab" providerId="ADAL" clId="{EB746E38-262F-4C19-A3E7-DE6E25D1BFE8}" dt="2026-08-23T20:48:09.395" v="133" actId="14100"/>
      <pc:docMkLst>
        <pc:docMk/>
      </pc:docMkLst>
      <pc:sldChg chg="modSp mod">
        <pc:chgData name="Mohamed Haseem (Planning Engr.)" userId="12b72251-2fb9-44d5-90a3-173ad1afb8ab" providerId="ADAL" clId="{EB746E38-262F-4C19-A3E7-DE6E25D1BFE8}" dt="2026-08-23T20:48:09.395" v="133" actId="14100"/>
        <pc:sldMkLst>
          <pc:docMk/>
          <pc:sldMk cId="2904643996" sldId="2147378729"/>
        </pc:sldMkLst>
        <pc:spChg chg="mod">
          <ac:chgData name="Mohamed Haseem (Planning Engr.)" userId="12b72251-2fb9-44d5-90a3-173ad1afb8ab" providerId="ADAL" clId="{EB746E38-262F-4C19-A3E7-DE6E25D1BFE8}" dt="2026-08-23T20:40:38.891" v="100"/>
          <ac:spMkLst>
            <pc:docMk/>
            <pc:sldMk cId="2904643996" sldId="2147378729"/>
            <ac:spMk id="27" creationId="{39895175-4A44-464C-8C40-1D6AA808718F}"/>
          </ac:spMkLst>
        </pc:spChg>
        <pc:spChg chg="mod">
          <ac:chgData name="Mohamed Haseem (Planning Engr.)" userId="12b72251-2fb9-44d5-90a3-173ad1afb8ab" providerId="ADAL" clId="{EB746E38-262F-4C19-A3E7-DE6E25D1BFE8}" dt="2026-08-23T20:43:05.336" v="113" actId="20577"/>
          <ac:spMkLst>
            <pc:docMk/>
            <pc:sldMk cId="2904643996" sldId="2147378729"/>
            <ac:spMk id="28" creationId="{8ABE093A-C0C0-497A-9F19-CF74D61DCB5F}"/>
          </ac:spMkLst>
        </pc:spChg>
        <pc:spChg chg="mod">
          <ac:chgData name="Mohamed Haseem (Planning Engr.)" userId="12b72251-2fb9-44d5-90a3-173ad1afb8ab" providerId="ADAL" clId="{EB746E38-262F-4C19-A3E7-DE6E25D1BFE8}" dt="2026-08-23T20:43:00.521" v="112"/>
          <ac:spMkLst>
            <pc:docMk/>
            <pc:sldMk cId="2904643996" sldId="2147378729"/>
            <ac:spMk id="29" creationId="{45155A15-323B-4F60-99E8-3497969E5BF9}"/>
          </ac:spMkLst>
        </pc:spChg>
        <pc:spChg chg="mod">
          <ac:chgData name="Mohamed Haseem (Planning Engr.)" userId="12b72251-2fb9-44d5-90a3-173ad1afb8ab" providerId="ADAL" clId="{EB746E38-262F-4C19-A3E7-DE6E25D1BFE8}" dt="2026-08-23T20:44:23.137" v="117"/>
          <ac:spMkLst>
            <pc:docMk/>
            <pc:sldMk cId="2904643996" sldId="2147378729"/>
            <ac:spMk id="30" creationId="{8DB46548-9ED4-4E58-8FEF-834530B4935B}"/>
          </ac:spMkLst>
        </pc:spChg>
        <pc:spChg chg="mod">
          <ac:chgData name="Mohamed Haseem (Planning Engr.)" userId="12b72251-2fb9-44d5-90a3-173ad1afb8ab" providerId="ADAL" clId="{EB746E38-262F-4C19-A3E7-DE6E25D1BFE8}" dt="2026-08-23T20:46:39.356" v="127" actId="14100"/>
          <ac:spMkLst>
            <pc:docMk/>
            <pc:sldMk cId="2904643996" sldId="2147378729"/>
            <ac:spMk id="32" creationId="{84A6D453-9D64-C8A1-A284-10719F91204D}"/>
          </ac:spMkLst>
        </pc:spChg>
        <pc:spChg chg="mod">
          <ac:chgData name="Mohamed Haseem (Planning Engr.)" userId="12b72251-2fb9-44d5-90a3-173ad1afb8ab" providerId="ADAL" clId="{EB746E38-262F-4C19-A3E7-DE6E25D1BFE8}" dt="2026-08-23T20:48:09.395" v="133" actId="14100"/>
          <ac:spMkLst>
            <pc:docMk/>
            <pc:sldMk cId="2904643996" sldId="2147378729"/>
            <ac:spMk id="33" creationId="{40ED7ACA-0842-6699-ECE0-464A82E4D9A8}"/>
          </ac:spMkLst>
        </pc:spChg>
        <pc:spChg chg="mod">
          <ac:chgData name="Mohamed Haseem (Planning Engr.)" userId="12b72251-2fb9-44d5-90a3-173ad1afb8ab" providerId="ADAL" clId="{EB746E38-262F-4C19-A3E7-DE6E25D1BFE8}" dt="2026-08-23T20:45:54.960" v="124"/>
          <ac:spMkLst>
            <pc:docMk/>
            <pc:sldMk cId="2904643996" sldId="2147378729"/>
            <ac:spMk id="51" creationId="{10EFEA3A-3B00-87F0-A2E3-C6A5365B5B8F}"/>
          </ac:spMkLst>
        </pc:spChg>
        <pc:spChg chg="mod">
          <ac:chgData name="Mohamed Haseem (Planning Engr.)" userId="12b72251-2fb9-44d5-90a3-173ad1afb8ab" providerId="ADAL" clId="{EB746E38-262F-4C19-A3E7-DE6E25D1BFE8}" dt="2026-08-23T20:45:30.204" v="122" actId="14100"/>
          <ac:spMkLst>
            <pc:docMk/>
            <pc:sldMk cId="2904643996" sldId="2147378729"/>
            <ac:spMk id="52" creationId="{5A83FB84-E5C2-499F-1A1C-8F67879025F5}"/>
          </ac:spMkLst>
        </pc:spChg>
        <pc:picChg chg="mod">
          <ac:chgData name="Mohamed Haseem (Planning Engr.)" userId="12b72251-2fb9-44d5-90a3-173ad1afb8ab" providerId="ADAL" clId="{EB746E38-262F-4C19-A3E7-DE6E25D1BFE8}" dt="2026-08-23T20:45:38.181" v="123" actId="14826"/>
          <ac:picMkLst>
            <pc:docMk/>
            <pc:sldMk cId="2904643996" sldId="2147378729"/>
            <ac:picMk id="22" creationId="{9ED28729-C7BE-4C13-A699-ABC8E0D1480D}"/>
          </ac:picMkLst>
        </pc:picChg>
        <pc:picChg chg="mod">
          <ac:chgData name="Mohamed Haseem (Planning Engr.)" userId="12b72251-2fb9-44d5-90a3-173ad1afb8ab" providerId="ADAL" clId="{EB746E38-262F-4C19-A3E7-DE6E25D1BFE8}" dt="2026-08-23T20:41:09.326" v="101" actId="14826"/>
          <ac:picMkLst>
            <pc:docMk/>
            <pc:sldMk cId="2904643996" sldId="2147378729"/>
            <ac:picMk id="23" creationId="{0706F2F5-58EF-47D7-B68C-340916BDCF00}"/>
          </ac:picMkLst>
        </pc:picChg>
        <pc:picChg chg="mod">
          <ac:chgData name="Mohamed Haseem (Planning Engr.)" userId="12b72251-2fb9-44d5-90a3-173ad1afb8ab" providerId="ADAL" clId="{EB746E38-262F-4C19-A3E7-DE6E25D1BFE8}" dt="2026-08-23T20:44:57.837" v="120" actId="18131"/>
          <ac:picMkLst>
            <pc:docMk/>
            <pc:sldMk cId="2904643996" sldId="2147378729"/>
            <ac:picMk id="25" creationId="{9E239FC9-FAB6-4829-8739-835B609DF3C4}"/>
          </ac:picMkLst>
        </pc:picChg>
        <pc:picChg chg="mod">
          <ac:chgData name="Mohamed Haseem (Planning Engr.)" userId="12b72251-2fb9-44d5-90a3-173ad1afb8ab" providerId="ADAL" clId="{EB746E38-262F-4C19-A3E7-DE6E25D1BFE8}" dt="2026-08-23T20:47:38.295" v="129" actId="14826"/>
          <ac:picMkLst>
            <pc:docMk/>
            <pc:sldMk cId="2904643996" sldId="2147378729"/>
            <ac:picMk id="31" creationId="{8D8CFD68-745D-43B3-0C76-DEE280738653}"/>
          </ac:picMkLst>
        </pc:picChg>
        <pc:picChg chg="mod">
          <ac:chgData name="Mohamed Haseem (Planning Engr.)" userId="12b72251-2fb9-44d5-90a3-173ad1afb8ab" providerId="ADAL" clId="{EB746E38-262F-4C19-A3E7-DE6E25D1BFE8}" dt="2026-08-23T20:46:56.724" v="128" actId="14100"/>
          <ac:picMkLst>
            <pc:docMk/>
            <pc:sldMk cId="2904643996" sldId="2147378729"/>
            <ac:picMk id="34" creationId="{AC50F4B9-7108-4857-8C26-778C537AF7EA}"/>
          </ac:picMkLst>
        </pc:picChg>
        <pc:picChg chg="mod">
          <ac:chgData name="Mohamed Haseem (Planning Engr.)" userId="12b72251-2fb9-44d5-90a3-173ad1afb8ab" providerId="ADAL" clId="{EB746E38-262F-4C19-A3E7-DE6E25D1BFE8}" dt="2026-08-23T20:43:57.740" v="116" actId="14100"/>
          <ac:picMkLst>
            <pc:docMk/>
            <pc:sldMk cId="2904643996" sldId="2147378729"/>
            <ac:picMk id="36" creationId="{3B74C0F9-4B0B-4409-97E0-ADEB3BE83EEF}"/>
          </ac:picMkLst>
        </pc:picChg>
        <pc:picChg chg="mod">
          <ac:chgData name="Mohamed Haseem (Planning Engr.)" userId="12b72251-2fb9-44d5-90a3-173ad1afb8ab" providerId="ADAL" clId="{EB746E38-262F-4C19-A3E7-DE6E25D1BFE8}" dt="2026-08-23T20:40:12.176" v="99" actId="14100"/>
          <ac:picMkLst>
            <pc:docMk/>
            <pc:sldMk cId="2904643996" sldId="2147378729"/>
            <ac:picMk id="37" creationId="{E736F414-6490-4088-97E0-4D6D8717D55E}"/>
          </ac:picMkLst>
        </pc:picChg>
        <pc:picChg chg="mod">
          <ac:chgData name="Mohamed Haseem (Planning Engr.)" userId="12b72251-2fb9-44d5-90a3-173ad1afb8ab" providerId="ADAL" clId="{EB746E38-262F-4C19-A3E7-DE6E25D1BFE8}" dt="2026-08-23T20:42:36.554" v="111" actId="14100"/>
          <ac:picMkLst>
            <pc:docMk/>
            <pc:sldMk cId="2904643996" sldId="2147378729"/>
            <ac:picMk id="39" creationId="{B7F28D28-D0C1-C408-EEA0-6118AD6B3CCA}"/>
          </ac:picMkLst>
        </pc:picChg>
      </pc:sldChg>
      <pc:sldChg chg="modSp mod">
        <pc:chgData name="Mohamed Haseem (Planning Engr.)" userId="12b72251-2fb9-44d5-90a3-173ad1afb8ab" providerId="ADAL" clId="{EB746E38-262F-4C19-A3E7-DE6E25D1BFE8}" dt="2026-08-23T20:37:11.304" v="90" actId="20577"/>
        <pc:sldMkLst>
          <pc:docMk/>
          <pc:sldMk cId="1385722173" sldId="2147378730"/>
        </pc:sldMkLst>
        <pc:graphicFrameChg chg="modGraphic">
          <ac:chgData name="Mohamed Haseem (Planning Engr.)" userId="12b72251-2fb9-44d5-90a3-173ad1afb8ab" providerId="ADAL" clId="{EB746E38-262F-4C19-A3E7-DE6E25D1BFE8}" dt="2026-08-23T20:37:11.304" v="90" actId="20577"/>
          <ac:graphicFrameMkLst>
            <pc:docMk/>
            <pc:sldMk cId="1385722173" sldId="2147378730"/>
            <ac:graphicFrameMk id="6" creationId="{216207B8-8127-4DF4-A48F-8FFCACA309E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B4DFC5-1180-DA0D-5B8B-3D18DF753698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97675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algn="ctr"/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93CDD-3250-4758-619E-AC7C4317B1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5C911-F61D-0047-951E-7ADF0B14E500}" type="datetimeFigureOut">
              <a:rPr lang="en-SA" smtClean="0"/>
              <a:t>10/05/2026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41A3C-0F34-7F1B-AD95-5D981DEB795D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9428584"/>
            <a:ext cx="6797675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8AEB9-5CAA-7059-68C6-9FB3F3F78D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F80F1-FE5D-9446-B571-BD5228B2034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3744976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97675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ctr">
              <a:defRPr lang="en-US" sz="1000" b="1" i="0" u="none">
                <a:solidFill>
                  <a:srgbClr val="D4AC0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E39DA-1B4B-664B-8885-56278FDC41A8}" type="datetimeFigureOut">
              <a:rPr lang="en-SA" smtClean="0"/>
              <a:t>10/05/2026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0" y="9428584"/>
            <a:ext cx="6797675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5E4B4-6641-2F43-A749-20FCA9C94B80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6840827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41425"/>
            <a:ext cx="23177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4B4-6641-2F43-A749-20FCA9C94B80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7612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41425"/>
            <a:ext cx="23177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4B4-6641-2F43-A749-20FCA9C94B80}" type="slidenum">
              <a:rPr lang="en-SA" smtClean="0"/>
              <a:t>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65752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6D8B9D9-F261-686B-B711-666ADE61A1AC}"/>
              </a:ext>
            </a:extLst>
          </p:cNvPr>
          <p:cNvGrpSpPr/>
          <p:nvPr userDrawn="1"/>
        </p:nvGrpSpPr>
        <p:grpSpPr>
          <a:xfrm>
            <a:off x="1" y="0"/>
            <a:ext cx="6858001" cy="9906000"/>
            <a:chOff x="0" y="0"/>
            <a:chExt cx="12192001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5076E-D4B5-98BD-16ED-B7E3BCF2A970}"/>
                </a:ext>
              </a:extLst>
            </p:cNvPr>
            <p:cNvSpPr/>
            <p:nvPr/>
          </p:nvSpPr>
          <p:spPr>
            <a:xfrm>
              <a:off x="0" y="0"/>
              <a:ext cx="5636526" cy="68580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1320706" rtl="1" eaLnBrk="1" latinLnBrk="0" hangingPunct="1"/>
              <a:endParaRPr lang="en-SA" sz="2601" dirty="0"/>
            </a:p>
          </p:txBody>
        </p:sp>
        <p:pic>
          <p:nvPicPr>
            <p:cNvPr id="8" name="صورة 3">
              <a:extLst>
                <a:ext uri="{FF2B5EF4-FFF2-40B4-BE49-F238E27FC236}">
                  <a16:creationId xmlns:a16="http://schemas.microsoft.com/office/drawing/2014/main" id="{7D0F7D55-AEAD-5385-F856-44FE3B5B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70491" y="0"/>
              <a:ext cx="6821510" cy="6858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F0397-9AC0-4244-6893-7543E7D64195}"/>
              </a:ext>
            </a:extLst>
          </p:cNvPr>
          <p:cNvGrpSpPr/>
          <p:nvPr userDrawn="1"/>
        </p:nvGrpSpPr>
        <p:grpSpPr>
          <a:xfrm>
            <a:off x="-5423" y="6159500"/>
            <a:ext cx="3175418" cy="3766902"/>
            <a:chOff x="-9639" y="4340326"/>
            <a:chExt cx="2491276" cy="253179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CE77EA8-95D7-E97F-EA9A-FA4FCEB71200}"/>
                </a:ext>
              </a:extLst>
            </p:cNvPr>
            <p:cNvSpPr/>
            <p:nvPr/>
          </p:nvSpPr>
          <p:spPr>
            <a:xfrm>
              <a:off x="441434" y="6231323"/>
              <a:ext cx="803531" cy="640799"/>
            </a:xfrm>
            <a:custGeom>
              <a:avLst/>
              <a:gdLst>
                <a:gd name="connsiteX0" fmla="*/ 0 w 803531"/>
                <a:gd name="connsiteY0" fmla="*/ 640799 h 640799"/>
                <a:gd name="connsiteX1" fmla="*/ 803532 w 803531"/>
                <a:gd name="connsiteY1" fmla="*/ 640799 h 640799"/>
                <a:gd name="connsiteX2" fmla="*/ 0 w 803531"/>
                <a:gd name="connsiteY2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3531" h="640799">
                  <a:moveTo>
                    <a:pt x="0" y="640799"/>
                  </a:moveTo>
                  <a:lnTo>
                    <a:pt x="803532" y="640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B1D8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547200C-A39A-CB1D-BFC7-97942638080B}"/>
                </a:ext>
              </a:extLst>
            </p:cNvPr>
            <p:cNvSpPr/>
            <p:nvPr/>
          </p:nvSpPr>
          <p:spPr>
            <a:xfrm>
              <a:off x="500604" y="5290085"/>
              <a:ext cx="806690" cy="1582037"/>
            </a:xfrm>
            <a:custGeom>
              <a:avLst/>
              <a:gdLst>
                <a:gd name="connsiteX0" fmla="*/ 444103 w 806690"/>
                <a:gd name="connsiteY0" fmla="*/ 0 h 1582037"/>
                <a:gd name="connsiteX1" fmla="*/ 0 w 806690"/>
                <a:gd name="connsiteY1" fmla="*/ 240196 h 1582037"/>
                <a:gd name="connsiteX2" fmla="*/ 0 w 806690"/>
                <a:gd name="connsiteY2" fmla="*/ 753241 h 1582037"/>
                <a:gd name="connsiteX3" fmla="*/ 123941 w 806690"/>
                <a:gd name="connsiteY3" fmla="*/ 686324 h 1582037"/>
                <a:gd name="connsiteX4" fmla="*/ 123941 w 806690"/>
                <a:gd name="connsiteY4" fmla="*/ 1582037 h 1582037"/>
                <a:gd name="connsiteX5" fmla="*/ 124001 w 806690"/>
                <a:gd name="connsiteY5" fmla="*/ 1582037 h 1582037"/>
                <a:gd name="connsiteX6" fmla="*/ 298650 w 806690"/>
                <a:gd name="connsiteY6" fmla="*/ 1582037 h 1582037"/>
                <a:gd name="connsiteX7" fmla="*/ 806690 w 806690"/>
                <a:gd name="connsiteY7" fmla="*/ 1582037 h 1582037"/>
                <a:gd name="connsiteX8" fmla="*/ 806690 w 806690"/>
                <a:gd name="connsiteY8" fmla="*/ 852573 h 1582037"/>
                <a:gd name="connsiteX9" fmla="*/ 444103 w 806690"/>
                <a:gd name="connsiteY9" fmla="*/ 512747 h 158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690" h="1582037">
                  <a:moveTo>
                    <a:pt x="444103" y="0"/>
                  </a:moveTo>
                  <a:lnTo>
                    <a:pt x="0" y="240196"/>
                  </a:lnTo>
                  <a:lnTo>
                    <a:pt x="0" y="753241"/>
                  </a:lnTo>
                  <a:lnTo>
                    <a:pt x="123941" y="686324"/>
                  </a:lnTo>
                  <a:lnTo>
                    <a:pt x="123941" y="1582037"/>
                  </a:lnTo>
                  <a:lnTo>
                    <a:pt x="124001" y="1582037"/>
                  </a:lnTo>
                  <a:lnTo>
                    <a:pt x="298650" y="1582037"/>
                  </a:lnTo>
                  <a:lnTo>
                    <a:pt x="806690" y="1582037"/>
                  </a:lnTo>
                  <a:lnTo>
                    <a:pt x="806690" y="852573"/>
                  </a:lnTo>
                  <a:lnTo>
                    <a:pt x="444103" y="512747"/>
                  </a:lnTo>
                  <a:close/>
                </a:path>
              </a:pathLst>
            </a:custGeom>
            <a:solidFill>
              <a:srgbClr val="26689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6A0F81-57B6-1FCC-9A3A-0474D89767C6}"/>
                </a:ext>
              </a:extLst>
            </p:cNvPr>
            <p:cNvSpPr/>
            <p:nvPr/>
          </p:nvSpPr>
          <p:spPr>
            <a:xfrm>
              <a:off x="92016" y="5126876"/>
              <a:ext cx="1905535" cy="1745246"/>
            </a:xfrm>
            <a:custGeom>
              <a:avLst/>
              <a:gdLst>
                <a:gd name="connsiteX0" fmla="*/ 0 w 1905535"/>
                <a:gd name="connsiteY0" fmla="*/ 0 h 1745246"/>
                <a:gd name="connsiteX1" fmla="*/ 1905536 w 1905535"/>
                <a:gd name="connsiteY1" fmla="*/ 0 h 1745246"/>
                <a:gd name="connsiteX2" fmla="*/ 1905536 w 1905535"/>
                <a:gd name="connsiteY2" fmla="*/ 1745246 h 1745246"/>
                <a:gd name="connsiteX3" fmla="*/ 0 w 1905535"/>
                <a:gd name="connsiteY3" fmla="*/ 1745246 h 174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535" h="1745246">
                  <a:moveTo>
                    <a:pt x="0" y="0"/>
                  </a:moveTo>
                  <a:lnTo>
                    <a:pt x="1905536" y="0"/>
                  </a:lnTo>
                  <a:lnTo>
                    <a:pt x="1905536" y="1745246"/>
                  </a:lnTo>
                  <a:lnTo>
                    <a:pt x="0" y="1745246"/>
                  </a:lnTo>
                  <a:close/>
                </a:path>
              </a:pathLst>
            </a:custGeom>
            <a:noFill/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3F0E143-BEB2-3313-3835-EDF1ACBFCA28}"/>
                </a:ext>
              </a:extLst>
            </p:cNvPr>
            <p:cNvSpPr/>
            <p:nvPr/>
          </p:nvSpPr>
          <p:spPr>
            <a:xfrm>
              <a:off x="254093" y="6231323"/>
              <a:ext cx="187282" cy="640799"/>
            </a:xfrm>
            <a:custGeom>
              <a:avLst/>
              <a:gdLst>
                <a:gd name="connsiteX0" fmla="*/ 0 w 187282"/>
                <a:gd name="connsiteY0" fmla="*/ 101119 h 640799"/>
                <a:gd name="connsiteX1" fmla="*/ 0 w 187282"/>
                <a:gd name="connsiteY1" fmla="*/ 640799 h 640799"/>
                <a:gd name="connsiteX2" fmla="*/ 187282 w 187282"/>
                <a:gd name="connsiteY2" fmla="*/ 640799 h 640799"/>
                <a:gd name="connsiteX3" fmla="*/ 187282 w 187282"/>
                <a:gd name="connsiteY3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282" h="640799">
                  <a:moveTo>
                    <a:pt x="0" y="101119"/>
                  </a:moveTo>
                  <a:lnTo>
                    <a:pt x="0" y="640799"/>
                  </a:lnTo>
                  <a:lnTo>
                    <a:pt x="187282" y="640799"/>
                  </a:lnTo>
                  <a:lnTo>
                    <a:pt x="187282" y="0"/>
                  </a:lnTo>
                  <a:close/>
                </a:path>
              </a:pathLst>
            </a:custGeom>
            <a:solidFill>
              <a:srgbClr val="26689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7C15268-4943-CB0A-6CB6-D63433F44E13}"/>
                </a:ext>
              </a:extLst>
            </p:cNvPr>
            <p:cNvSpPr/>
            <p:nvPr/>
          </p:nvSpPr>
          <p:spPr>
            <a:xfrm>
              <a:off x="92016" y="5415815"/>
              <a:ext cx="325226" cy="1456307"/>
            </a:xfrm>
            <a:custGeom>
              <a:avLst/>
              <a:gdLst>
                <a:gd name="connsiteX0" fmla="*/ 0 w 325226"/>
                <a:gd name="connsiteY0" fmla="*/ 1456308 h 1456307"/>
                <a:gd name="connsiteX1" fmla="*/ 98378 w 325226"/>
                <a:gd name="connsiteY1" fmla="*/ 1456308 h 1456307"/>
                <a:gd name="connsiteX2" fmla="*/ 98378 w 325226"/>
                <a:gd name="connsiteY2" fmla="*/ 770282 h 1456307"/>
                <a:gd name="connsiteX3" fmla="*/ 325226 w 325226"/>
                <a:gd name="connsiteY3" fmla="*/ 659033 h 1456307"/>
                <a:gd name="connsiteX4" fmla="*/ 325226 w 325226"/>
                <a:gd name="connsiteY4" fmla="*/ 217493 h 1456307"/>
                <a:gd name="connsiteX5" fmla="*/ 0 w 325226"/>
                <a:gd name="connsiteY5" fmla="*/ 0 h 145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226" h="1456307">
                  <a:moveTo>
                    <a:pt x="0" y="1456308"/>
                  </a:moveTo>
                  <a:lnTo>
                    <a:pt x="98378" y="1456308"/>
                  </a:lnTo>
                  <a:lnTo>
                    <a:pt x="98378" y="770282"/>
                  </a:lnTo>
                  <a:lnTo>
                    <a:pt x="325226" y="659033"/>
                  </a:lnTo>
                  <a:lnTo>
                    <a:pt x="325226" y="21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C84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76886E4-75C6-B432-27B8-4277418F3FB5}"/>
                </a:ext>
              </a:extLst>
            </p:cNvPr>
            <p:cNvSpPr/>
            <p:nvPr/>
          </p:nvSpPr>
          <p:spPr>
            <a:xfrm>
              <a:off x="942145" y="5290145"/>
              <a:ext cx="1539492" cy="1581977"/>
            </a:xfrm>
            <a:custGeom>
              <a:avLst/>
              <a:gdLst>
                <a:gd name="connsiteX0" fmla="*/ 0 w 1539492"/>
                <a:gd name="connsiteY0" fmla="*/ 1581978 h 1581977"/>
                <a:gd name="connsiteX1" fmla="*/ 1430 w 1539492"/>
                <a:gd name="connsiteY1" fmla="*/ 0 h 1581977"/>
                <a:gd name="connsiteX2" fmla="*/ 1539492 w 1539492"/>
                <a:gd name="connsiteY2" fmla="*/ 1581978 h 158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492" h="1581977">
                  <a:moveTo>
                    <a:pt x="0" y="1581978"/>
                  </a:moveTo>
                  <a:lnTo>
                    <a:pt x="1430" y="0"/>
                  </a:lnTo>
                  <a:lnTo>
                    <a:pt x="1539492" y="1581978"/>
                  </a:lnTo>
                </a:path>
              </a:pathLst>
            </a:custGeom>
            <a:noFill/>
            <a:ln w="11034" cap="flat">
              <a:solidFill>
                <a:srgbClr val="54B1D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6A792E-F1D2-AE88-89AF-BA02B03820D4}"/>
                </a:ext>
              </a:extLst>
            </p:cNvPr>
            <p:cNvSpPr/>
            <p:nvPr/>
          </p:nvSpPr>
          <p:spPr>
            <a:xfrm>
              <a:off x="-9639" y="4340326"/>
              <a:ext cx="806630" cy="2531796"/>
            </a:xfrm>
            <a:custGeom>
              <a:avLst/>
              <a:gdLst>
                <a:gd name="connsiteX0" fmla="*/ 309615 w 806630"/>
                <a:gd name="connsiteY0" fmla="*/ 2531796 h 2531796"/>
                <a:gd name="connsiteX1" fmla="*/ 309615 w 806630"/>
                <a:gd name="connsiteY1" fmla="*/ 1126852 h 2531796"/>
                <a:gd name="connsiteX2" fmla="*/ 806631 w 806630"/>
                <a:gd name="connsiteY2" fmla="*/ 845780 h 2531796"/>
                <a:gd name="connsiteX3" fmla="*/ 806631 w 806630"/>
                <a:gd name="connsiteY3" fmla="*/ 488018 h 2531796"/>
                <a:gd name="connsiteX4" fmla="*/ 0 w 806630"/>
                <a:gd name="connsiteY4" fmla="*/ 0 h 2531796"/>
                <a:gd name="connsiteX5" fmla="*/ 0 w 806630"/>
                <a:gd name="connsiteY5" fmla="*/ 2531796 h 253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630" h="2531796">
                  <a:moveTo>
                    <a:pt x="309615" y="2531796"/>
                  </a:moveTo>
                  <a:lnTo>
                    <a:pt x="309615" y="1126852"/>
                  </a:lnTo>
                  <a:lnTo>
                    <a:pt x="806631" y="845780"/>
                  </a:lnTo>
                  <a:lnTo>
                    <a:pt x="806631" y="488018"/>
                  </a:lnTo>
                  <a:lnTo>
                    <a:pt x="0" y="0"/>
                  </a:lnTo>
                  <a:lnTo>
                    <a:pt x="0" y="2531796"/>
                  </a:lnTo>
                </a:path>
              </a:pathLst>
            </a:custGeom>
            <a:noFill/>
            <a:ln w="11034" cap="flat">
              <a:solidFill>
                <a:srgbClr val="92C8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  <p:grpSp>
        <p:nvGrpSpPr>
          <p:cNvPr id="19" name="Graphic 4">
            <a:extLst>
              <a:ext uri="{FF2B5EF4-FFF2-40B4-BE49-F238E27FC236}">
                <a16:creationId xmlns:a16="http://schemas.microsoft.com/office/drawing/2014/main" id="{C88A8594-5F83-4CA9-ACA6-14A12BA729EF}"/>
              </a:ext>
            </a:extLst>
          </p:cNvPr>
          <p:cNvGrpSpPr/>
          <p:nvPr userDrawn="1"/>
        </p:nvGrpSpPr>
        <p:grpSpPr>
          <a:xfrm>
            <a:off x="4483100" y="451060"/>
            <a:ext cx="1708348" cy="2393739"/>
            <a:chOff x="9386823" y="1171321"/>
            <a:chExt cx="1083309" cy="1793747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6D23075-1B03-4DCC-8514-ECA7B72EC9B9}"/>
                </a:ext>
              </a:extLst>
            </p:cNvPr>
            <p:cNvSpPr/>
            <p:nvPr/>
          </p:nvSpPr>
          <p:spPr>
            <a:xfrm>
              <a:off x="10030459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425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C1C65D37-86F1-4464-9AB6-2D7CBA2EA5A5}"/>
                </a:ext>
              </a:extLst>
            </p:cNvPr>
            <p:cNvSpPr/>
            <p:nvPr/>
          </p:nvSpPr>
          <p:spPr>
            <a:xfrm>
              <a:off x="9698481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552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02B4EB8-9CD6-4178-9FE8-8C09CA0AD23B}"/>
                </a:ext>
              </a:extLst>
            </p:cNvPr>
            <p:cNvSpPr/>
            <p:nvPr/>
          </p:nvSpPr>
          <p:spPr>
            <a:xfrm>
              <a:off x="9521697" y="2809239"/>
              <a:ext cx="155956" cy="155448"/>
            </a:xfrm>
            <a:custGeom>
              <a:avLst/>
              <a:gdLst>
                <a:gd name="connsiteX0" fmla="*/ 130429 w 155956"/>
                <a:gd name="connsiteY0" fmla="*/ 0 h 155448"/>
                <a:gd name="connsiteX1" fmla="*/ 77851 w 155956"/>
                <a:gd name="connsiteY1" fmla="*/ 60071 h 155448"/>
                <a:gd name="connsiteX2" fmla="*/ 77851 w 155956"/>
                <a:gd name="connsiteY2" fmla="*/ 60071 h 155448"/>
                <a:gd name="connsiteX3" fmla="*/ 25273 w 155956"/>
                <a:gd name="connsiteY3" fmla="*/ 0 h 155448"/>
                <a:gd name="connsiteX4" fmla="*/ 0 w 155956"/>
                <a:gd name="connsiteY4" fmla="*/ 254 h 155448"/>
                <a:gd name="connsiteX5" fmla="*/ 381 w 155956"/>
                <a:gd name="connsiteY5" fmla="*/ 151892 h 155448"/>
                <a:gd name="connsiteX6" fmla="*/ 381 w 155956"/>
                <a:gd name="connsiteY6" fmla="*/ 155448 h 155448"/>
                <a:gd name="connsiteX7" fmla="*/ 35433 w 155956"/>
                <a:gd name="connsiteY7" fmla="*/ 155448 h 155448"/>
                <a:gd name="connsiteX8" fmla="*/ 35433 w 155956"/>
                <a:gd name="connsiteY8" fmla="*/ 65786 h 155448"/>
                <a:gd name="connsiteX9" fmla="*/ 77851 w 155956"/>
                <a:gd name="connsiteY9" fmla="*/ 111760 h 155448"/>
                <a:gd name="connsiteX10" fmla="*/ 77851 w 155956"/>
                <a:gd name="connsiteY10" fmla="*/ 111887 h 155448"/>
                <a:gd name="connsiteX11" fmla="*/ 77978 w 155956"/>
                <a:gd name="connsiteY11" fmla="*/ 111760 h 155448"/>
                <a:gd name="connsiteX12" fmla="*/ 78105 w 155956"/>
                <a:gd name="connsiteY12" fmla="*/ 111887 h 155448"/>
                <a:gd name="connsiteX13" fmla="*/ 78105 w 155956"/>
                <a:gd name="connsiteY13" fmla="*/ 111760 h 155448"/>
                <a:gd name="connsiteX14" fmla="*/ 120523 w 155956"/>
                <a:gd name="connsiteY14" fmla="*/ 65786 h 155448"/>
                <a:gd name="connsiteX15" fmla="*/ 120523 w 155956"/>
                <a:gd name="connsiteY15" fmla="*/ 155448 h 155448"/>
                <a:gd name="connsiteX16" fmla="*/ 155575 w 155956"/>
                <a:gd name="connsiteY16" fmla="*/ 155448 h 155448"/>
                <a:gd name="connsiteX17" fmla="*/ 155575 w 155956"/>
                <a:gd name="connsiteY17" fmla="*/ 151892 h 155448"/>
                <a:gd name="connsiteX18" fmla="*/ 155956 w 155956"/>
                <a:gd name="connsiteY18" fmla="*/ 254 h 155448"/>
                <a:gd name="connsiteX19" fmla="*/ 130429 w 155956"/>
                <a:gd name="connsiteY19" fmla="*/ 0 h 155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956" h="155448">
                  <a:moveTo>
                    <a:pt x="130429" y="0"/>
                  </a:moveTo>
                  <a:lnTo>
                    <a:pt x="77851" y="60071"/>
                  </a:lnTo>
                  <a:lnTo>
                    <a:pt x="77851" y="60071"/>
                  </a:lnTo>
                  <a:lnTo>
                    <a:pt x="25273" y="0"/>
                  </a:lnTo>
                  <a:lnTo>
                    <a:pt x="0" y="254"/>
                  </a:lnTo>
                  <a:cubicBezTo>
                    <a:pt x="0" y="254"/>
                    <a:pt x="381" y="109601"/>
                    <a:pt x="381" y="151892"/>
                  </a:cubicBezTo>
                  <a:lnTo>
                    <a:pt x="381" y="155448"/>
                  </a:lnTo>
                  <a:lnTo>
                    <a:pt x="35433" y="155448"/>
                  </a:lnTo>
                  <a:lnTo>
                    <a:pt x="35433" y="65786"/>
                  </a:lnTo>
                  <a:lnTo>
                    <a:pt x="77851" y="111760"/>
                  </a:lnTo>
                  <a:lnTo>
                    <a:pt x="77851" y="111887"/>
                  </a:lnTo>
                  <a:lnTo>
                    <a:pt x="77978" y="111760"/>
                  </a:lnTo>
                  <a:lnTo>
                    <a:pt x="78105" y="111887"/>
                  </a:lnTo>
                  <a:lnTo>
                    <a:pt x="78105" y="111760"/>
                  </a:lnTo>
                  <a:lnTo>
                    <a:pt x="120523" y="65786"/>
                  </a:lnTo>
                  <a:lnTo>
                    <a:pt x="120523" y="155448"/>
                  </a:lnTo>
                  <a:lnTo>
                    <a:pt x="155575" y="155448"/>
                  </a:lnTo>
                  <a:lnTo>
                    <a:pt x="155575" y="151892"/>
                  </a:lnTo>
                  <a:cubicBezTo>
                    <a:pt x="155575" y="109728"/>
                    <a:pt x="155956" y="254"/>
                    <a:pt x="155956" y="254"/>
                  </a:cubicBezTo>
                  <a:lnTo>
                    <a:pt x="13042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10D7519D-3AD5-4BFA-88BB-C19616B8B2F0}"/>
                </a:ext>
              </a:extLst>
            </p:cNvPr>
            <p:cNvSpPr/>
            <p:nvPr/>
          </p:nvSpPr>
          <p:spPr>
            <a:xfrm>
              <a:off x="10202798" y="2809494"/>
              <a:ext cx="131318" cy="155194"/>
            </a:xfrm>
            <a:custGeom>
              <a:avLst/>
              <a:gdLst>
                <a:gd name="connsiteX0" fmla="*/ 130937 w 131318"/>
                <a:gd name="connsiteY0" fmla="*/ 0 h 155194"/>
                <a:gd name="connsiteX1" fmla="*/ 95885 w 131318"/>
                <a:gd name="connsiteY1" fmla="*/ 0 h 155194"/>
                <a:gd name="connsiteX2" fmla="*/ 96012 w 131318"/>
                <a:gd name="connsiteY2" fmla="*/ 90043 h 155194"/>
                <a:gd name="connsiteX3" fmla="*/ 25273 w 131318"/>
                <a:gd name="connsiteY3" fmla="*/ 0 h 155194"/>
                <a:gd name="connsiteX4" fmla="*/ 0 w 131318"/>
                <a:gd name="connsiteY4" fmla="*/ 0 h 155194"/>
                <a:gd name="connsiteX5" fmla="*/ 381 w 131318"/>
                <a:gd name="connsiteY5" fmla="*/ 155194 h 155194"/>
                <a:gd name="connsiteX6" fmla="*/ 35433 w 131318"/>
                <a:gd name="connsiteY6" fmla="*/ 155194 h 155194"/>
                <a:gd name="connsiteX7" fmla="*/ 35433 w 131318"/>
                <a:gd name="connsiteY7" fmla="*/ 65532 h 155194"/>
                <a:gd name="connsiteX8" fmla="*/ 105283 w 131318"/>
                <a:gd name="connsiteY8" fmla="*/ 155194 h 155194"/>
                <a:gd name="connsiteX9" fmla="*/ 131318 w 131318"/>
                <a:gd name="connsiteY9" fmla="*/ 155194 h 15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18" h="155194">
                  <a:moveTo>
                    <a:pt x="130937" y="0"/>
                  </a:moveTo>
                  <a:lnTo>
                    <a:pt x="95885" y="0"/>
                  </a:lnTo>
                  <a:lnTo>
                    <a:pt x="96012" y="90043"/>
                  </a:lnTo>
                  <a:lnTo>
                    <a:pt x="25273" y="0"/>
                  </a:lnTo>
                  <a:lnTo>
                    <a:pt x="0" y="0"/>
                  </a:lnTo>
                  <a:lnTo>
                    <a:pt x="381" y="155194"/>
                  </a:lnTo>
                  <a:lnTo>
                    <a:pt x="35433" y="155194"/>
                  </a:lnTo>
                  <a:lnTo>
                    <a:pt x="35433" y="65532"/>
                  </a:lnTo>
                  <a:lnTo>
                    <a:pt x="105283" y="155194"/>
                  </a:lnTo>
                  <a:lnTo>
                    <a:pt x="131318" y="155194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DC5AF339-9424-4BF1-ADD7-D6DF9C47CBF7}"/>
                </a:ext>
              </a:extLst>
            </p:cNvPr>
            <p:cNvSpPr/>
            <p:nvPr/>
          </p:nvSpPr>
          <p:spPr>
            <a:xfrm>
              <a:off x="9875393" y="2809450"/>
              <a:ext cx="134434" cy="155287"/>
            </a:xfrm>
            <a:custGeom>
              <a:avLst/>
              <a:gdLst>
                <a:gd name="connsiteX0" fmla="*/ 101726 w 134434"/>
                <a:gd name="connsiteY0" fmla="*/ 12744 h 155287"/>
                <a:gd name="connsiteX1" fmla="*/ 56642 w 134434"/>
                <a:gd name="connsiteY1" fmla="*/ 44 h 155287"/>
                <a:gd name="connsiteX2" fmla="*/ 23240 w 134434"/>
                <a:gd name="connsiteY2" fmla="*/ 1695 h 155287"/>
                <a:gd name="connsiteX3" fmla="*/ 0 w 134434"/>
                <a:gd name="connsiteY3" fmla="*/ 5886 h 155287"/>
                <a:gd name="connsiteX4" fmla="*/ 0 w 134434"/>
                <a:gd name="connsiteY4" fmla="*/ 149523 h 155287"/>
                <a:gd name="connsiteX5" fmla="*/ 33400 w 134434"/>
                <a:gd name="connsiteY5" fmla="*/ 154222 h 155287"/>
                <a:gd name="connsiteX6" fmla="*/ 86106 w 134434"/>
                <a:gd name="connsiteY6" fmla="*/ 150158 h 155287"/>
                <a:gd name="connsiteX7" fmla="*/ 129539 w 134434"/>
                <a:gd name="connsiteY7" fmla="*/ 108248 h 155287"/>
                <a:gd name="connsiteX8" fmla="*/ 131445 w 134434"/>
                <a:gd name="connsiteY8" fmla="*/ 54654 h 155287"/>
                <a:gd name="connsiteX9" fmla="*/ 101726 w 134434"/>
                <a:gd name="connsiteY9" fmla="*/ 12744 h 155287"/>
                <a:gd name="connsiteX10" fmla="*/ 91059 w 134434"/>
                <a:gd name="connsiteY10" fmla="*/ 97961 h 155287"/>
                <a:gd name="connsiteX11" fmla="*/ 52577 w 134434"/>
                <a:gd name="connsiteY11" fmla="*/ 124504 h 155287"/>
                <a:gd name="connsiteX12" fmla="*/ 37211 w 134434"/>
                <a:gd name="connsiteY12" fmla="*/ 123107 h 155287"/>
                <a:gd name="connsiteX13" fmla="*/ 37211 w 134434"/>
                <a:gd name="connsiteY13" fmla="*/ 31413 h 155287"/>
                <a:gd name="connsiteX14" fmla="*/ 37211 w 134434"/>
                <a:gd name="connsiteY14" fmla="*/ 30524 h 155287"/>
                <a:gd name="connsiteX15" fmla="*/ 66801 w 134434"/>
                <a:gd name="connsiteY15" fmla="*/ 33826 h 155287"/>
                <a:gd name="connsiteX16" fmla="*/ 91694 w 134434"/>
                <a:gd name="connsiteY16" fmla="*/ 60877 h 155287"/>
                <a:gd name="connsiteX17" fmla="*/ 91059 w 134434"/>
                <a:gd name="connsiteY17" fmla="*/ 97961 h 15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434" h="155287">
                  <a:moveTo>
                    <a:pt x="101726" y="12744"/>
                  </a:moveTo>
                  <a:cubicBezTo>
                    <a:pt x="88011" y="3981"/>
                    <a:pt x="72644" y="298"/>
                    <a:pt x="56642" y="44"/>
                  </a:cubicBezTo>
                  <a:cubicBezTo>
                    <a:pt x="45593" y="-210"/>
                    <a:pt x="34417" y="679"/>
                    <a:pt x="23240" y="1695"/>
                  </a:cubicBezTo>
                  <a:cubicBezTo>
                    <a:pt x="15367" y="2457"/>
                    <a:pt x="7620" y="4489"/>
                    <a:pt x="0" y="5886"/>
                  </a:cubicBezTo>
                  <a:lnTo>
                    <a:pt x="0" y="149523"/>
                  </a:lnTo>
                  <a:cubicBezTo>
                    <a:pt x="11175" y="151174"/>
                    <a:pt x="22225" y="153079"/>
                    <a:pt x="33400" y="154222"/>
                  </a:cubicBezTo>
                  <a:cubicBezTo>
                    <a:pt x="51181" y="156127"/>
                    <a:pt x="68834" y="155873"/>
                    <a:pt x="86106" y="150158"/>
                  </a:cubicBezTo>
                  <a:cubicBezTo>
                    <a:pt x="107314" y="143173"/>
                    <a:pt x="122174" y="129457"/>
                    <a:pt x="129539" y="108248"/>
                  </a:cubicBezTo>
                  <a:cubicBezTo>
                    <a:pt x="135636" y="90595"/>
                    <a:pt x="135763" y="72688"/>
                    <a:pt x="131445" y="54654"/>
                  </a:cubicBezTo>
                  <a:cubicBezTo>
                    <a:pt x="127000" y="36874"/>
                    <a:pt x="117348" y="22650"/>
                    <a:pt x="101726" y="12744"/>
                  </a:cubicBezTo>
                  <a:moveTo>
                    <a:pt x="91059" y="97961"/>
                  </a:moveTo>
                  <a:cubicBezTo>
                    <a:pt x="85089" y="115233"/>
                    <a:pt x="70865" y="125012"/>
                    <a:pt x="52577" y="124504"/>
                  </a:cubicBezTo>
                  <a:cubicBezTo>
                    <a:pt x="48133" y="124377"/>
                    <a:pt x="41783" y="123742"/>
                    <a:pt x="37211" y="123107"/>
                  </a:cubicBezTo>
                  <a:lnTo>
                    <a:pt x="37211" y="31413"/>
                  </a:lnTo>
                  <a:lnTo>
                    <a:pt x="37211" y="30524"/>
                  </a:lnTo>
                  <a:cubicBezTo>
                    <a:pt x="47244" y="30270"/>
                    <a:pt x="57403" y="30397"/>
                    <a:pt x="66801" y="33826"/>
                  </a:cubicBezTo>
                  <a:cubicBezTo>
                    <a:pt x="79756" y="38525"/>
                    <a:pt x="88011" y="47669"/>
                    <a:pt x="91694" y="60877"/>
                  </a:cubicBezTo>
                  <a:cubicBezTo>
                    <a:pt x="94996" y="73196"/>
                    <a:pt x="95250" y="85642"/>
                    <a:pt x="91059" y="97961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D2018609-D610-4ED6-9C88-989E732C3DBF}"/>
                </a:ext>
              </a:extLst>
            </p:cNvPr>
            <p:cNvSpPr/>
            <p:nvPr/>
          </p:nvSpPr>
          <p:spPr>
            <a:xfrm>
              <a:off x="9523094" y="1500124"/>
              <a:ext cx="210566" cy="491743"/>
            </a:xfrm>
            <a:custGeom>
              <a:avLst/>
              <a:gdLst>
                <a:gd name="connsiteX0" fmla="*/ 210566 w 210566"/>
                <a:gd name="connsiteY0" fmla="*/ 0 h 491743"/>
                <a:gd name="connsiteX1" fmla="*/ 210566 w 210566"/>
                <a:gd name="connsiteY1" fmla="*/ 388112 h 491743"/>
                <a:gd name="connsiteX2" fmla="*/ 0 w 210566"/>
                <a:gd name="connsiteY2" fmla="*/ 491744 h 491743"/>
                <a:gd name="connsiteX3" fmla="*/ 0 w 210566"/>
                <a:gd name="connsiteY3" fmla="*/ 103505 h 49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66" h="491743">
                  <a:moveTo>
                    <a:pt x="210566" y="0"/>
                  </a:moveTo>
                  <a:lnTo>
                    <a:pt x="210566" y="388112"/>
                  </a:lnTo>
                  <a:lnTo>
                    <a:pt x="0" y="491744"/>
                  </a:lnTo>
                  <a:lnTo>
                    <a:pt x="0" y="10350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E212B818-38D8-4E0A-A6D7-A9E65B546B7C}"/>
                </a:ext>
              </a:extLst>
            </p:cNvPr>
            <p:cNvSpPr/>
            <p:nvPr/>
          </p:nvSpPr>
          <p:spPr>
            <a:xfrm>
              <a:off x="10277982" y="1634235"/>
              <a:ext cx="57023" cy="309372"/>
            </a:xfrm>
            <a:custGeom>
              <a:avLst/>
              <a:gdLst>
                <a:gd name="connsiteX0" fmla="*/ 0 w 57023"/>
                <a:gd name="connsiteY0" fmla="*/ 0 h 309372"/>
                <a:gd name="connsiteX1" fmla="*/ 0 w 57023"/>
                <a:gd name="connsiteY1" fmla="*/ 309372 h 309372"/>
                <a:gd name="connsiteX2" fmla="*/ 57024 w 57023"/>
                <a:gd name="connsiteY2" fmla="*/ 281686 h 309372"/>
                <a:gd name="connsiteX3" fmla="*/ 57024 w 57023"/>
                <a:gd name="connsiteY3" fmla="*/ 28067 h 30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23" h="309372">
                  <a:moveTo>
                    <a:pt x="0" y="0"/>
                  </a:moveTo>
                  <a:lnTo>
                    <a:pt x="0" y="309372"/>
                  </a:lnTo>
                  <a:lnTo>
                    <a:pt x="57024" y="281686"/>
                  </a:lnTo>
                  <a:lnTo>
                    <a:pt x="57024" y="28067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76F2BBED-81CF-4BBA-AFFD-A9D9B075F3E7}"/>
                </a:ext>
              </a:extLst>
            </p:cNvPr>
            <p:cNvSpPr/>
            <p:nvPr/>
          </p:nvSpPr>
          <p:spPr>
            <a:xfrm>
              <a:off x="9772395" y="1171321"/>
              <a:ext cx="154432" cy="1000124"/>
            </a:xfrm>
            <a:custGeom>
              <a:avLst/>
              <a:gdLst>
                <a:gd name="connsiteX0" fmla="*/ 154432 w 154432"/>
                <a:gd name="connsiteY0" fmla="*/ 0 h 1000124"/>
                <a:gd name="connsiteX1" fmla="*/ 0 w 154432"/>
                <a:gd name="connsiteY1" fmla="*/ 103251 h 1000124"/>
                <a:gd name="connsiteX2" fmla="*/ 0 w 154432"/>
                <a:gd name="connsiteY2" fmla="*/ 312674 h 1000124"/>
                <a:gd name="connsiteX3" fmla="*/ 107569 w 154432"/>
                <a:gd name="connsiteY3" fmla="*/ 365379 h 1000124"/>
                <a:gd name="connsiteX4" fmla="*/ 107569 w 154432"/>
                <a:gd name="connsiteY4" fmla="*/ 986155 h 1000124"/>
                <a:gd name="connsiteX5" fmla="*/ 154432 w 154432"/>
                <a:gd name="connsiteY5" fmla="*/ 1000125 h 100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32" h="1000124">
                  <a:moveTo>
                    <a:pt x="154432" y="0"/>
                  </a:moveTo>
                  <a:lnTo>
                    <a:pt x="0" y="103251"/>
                  </a:lnTo>
                  <a:lnTo>
                    <a:pt x="0" y="312674"/>
                  </a:lnTo>
                  <a:lnTo>
                    <a:pt x="107569" y="365379"/>
                  </a:lnTo>
                  <a:lnTo>
                    <a:pt x="107569" y="986155"/>
                  </a:lnTo>
                  <a:lnTo>
                    <a:pt x="154432" y="1000125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230F60A4-D398-45D6-BB4E-432BD86725FE}"/>
                </a:ext>
              </a:extLst>
            </p:cNvPr>
            <p:cNvSpPr/>
            <p:nvPr/>
          </p:nvSpPr>
          <p:spPr>
            <a:xfrm>
              <a:off x="10030968" y="1427607"/>
              <a:ext cx="201294" cy="516763"/>
            </a:xfrm>
            <a:custGeom>
              <a:avLst/>
              <a:gdLst>
                <a:gd name="connsiteX0" fmla="*/ 201295 w 201294"/>
                <a:gd name="connsiteY0" fmla="*/ 52705 h 516763"/>
                <a:gd name="connsiteX1" fmla="*/ 201295 w 201294"/>
                <a:gd name="connsiteY1" fmla="*/ 183642 h 516763"/>
                <a:gd name="connsiteX2" fmla="*/ 145034 w 201294"/>
                <a:gd name="connsiteY2" fmla="*/ 156210 h 516763"/>
                <a:gd name="connsiteX3" fmla="*/ 145034 w 201294"/>
                <a:gd name="connsiteY3" fmla="*/ 516763 h 516763"/>
                <a:gd name="connsiteX4" fmla="*/ 0 w 201294"/>
                <a:gd name="connsiteY4" fmla="*/ 446786 h 516763"/>
                <a:gd name="connsiteX5" fmla="*/ 0 w 201294"/>
                <a:gd name="connsiteY5" fmla="*/ 176657 h 516763"/>
                <a:gd name="connsiteX6" fmla="*/ 93599 w 201294"/>
                <a:gd name="connsiteY6" fmla="*/ 130810 h 516763"/>
                <a:gd name="connsiteX7" fmla="*/ 93599 w 201294"/>
                <a:gd name="connsiteY7" fmla="*/ 0 h 51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294" h="516763">
                  <a:moveTo>
                    <a:pt x="201295" y="52705"/>
                  </a:moveTo>
                  <a:lnTo>
                    <a:pt x="201295" y="183642"/>
                  </a:lnTo>
                  <a:lnTo>
                    <a:pt x="145034" y="156210"/>
                  </a:lnTo>
                  <a:lnTo>
                    <a:pt x="145034" y="516763"/>
                  </a:lnTo>
                  <a:lnTo>
                    <a:pt x="0" y="446786"/>
                  </a:lnTo>
                  <a:lnTo>
                    <a:pt x="0" y="176657"/>
                  </a:lnTo>
                  <a:lnTo>
                    <a:pt x="93599" y="130810"/>
                  </a:lnTo>
                  <a:lnTo>
                    <a:pt x="93599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D2A70C0B-F7B2-480B-8622-10DCFDF82591}"/>
                </a:ext>
              </a:extLst>
            </p:cNvPr>
            <p:cNvSpPr/>
            <p:nvPr/>
          </p:nvSpPr>
          <p:spPr>
            <a:xfrm>
              <a:off x="9948544" y="2257298"/>
              <a:ext cx="521589" cy="133476"/>
            </a:xfrm>
            <a:custGeom>
              <a:avLst/>
              <a:gdLst>
                <a:gd name="connsiteX0" fmla="*/ 0 w 521589"/>
                <a:gd name="connsiteY0" fmla="*/ 44704 h 133476"/>
                <a:gd name="connsiteX1" fmla="*/ 208026 w 521589"/>
                <a:gd name="connsiteY1" fmla="*/ 133477 h 133476"/>
                <a:gd name="connsiteX2" fmla="*/ 521589 w 521589"/>
                <a:gd name="connsiteY2" fmla="*/ 133477 h 133476"/>
                <a:gd name="connsiteX3" fmla="*/ 104649 w 521589"/>
                <a:gd name="connsiteY3" fmla="*/ 0 h 13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589" h="133476">
                  <a:moveTo>
                    <a:pt x="0" y="44704"/>
                  </a:moveTo>
                  <a:lnTo>
                    <a:pt x="208026" y="133477"/>
                  </a:lnTo>
                  <a:lnTo>
                    <a:pt x="521589" y="133477"/>
                  </a:lnTo>
                  <a:lnTo>
                    <a:pt x="10464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75B4E3BD-D7C4-4CDC-BF44-02ED48C8C08F}"/>
                </a:ext>
              </a:extLst>
            </p:cNvPr>
            <p:cNvSpPr/>
            <p:nvPr/>
          </p:nvSpPr>
          <p:spPr>
            <a:xfrm>
              <a:off x="9521317" y="2119757"/>
              <a:ext cx="378840" cy="120650"/>
            </a:xfrm>
            <a:custGeom>
              <a:avLst/>
              <a:gdLst>
                <a:gd name="connsiteX0" fmla="*/ 69088 w 378840"/>
                <a:gd name="connsiteY0" fmla="*/ 0 h 120650"/>
                <a:gd name="connsiteX1" fmla="*/ 0 w 378840"/>
                <a:gd name="connsiteY1" fmla="*/ 0 h 120650"/>
                <a:gd name="connsiteX2" fmla="*/ 282828 w 378840"/>
                <a:gd name="connsiteY2" fmla="*/ 120650 h 120650"/>
                <a:gd name="connsiteX3" fmla="*/ 378840 w 378840"/>
                <a:gd name="connsiteY3" fmla="*/ 92075 h 12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840" h="120650">
                  <a:moveTo>
                    <a:pt x="69088" y="0"/>
                  </a:moveTo>
                  <a:lnTo>
                    <a:pt x="0" y="0"/>
                  </a:lnTo>
                  <a:lnTo>
                    <a:pt x="282828" y="120650"/>
                  </a:lnTo>
                  <a:lnTo>
                    <a:pt x="378840" y="9207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075527A-EC7E-4DAC-895A-1B14BED273C5}"/>
                </a:ext>
              </a:extLst>
            </p:cNvPr>
            <p:cNvSpPr/>
            <p:nvPr/>
          </p:nvSpPr>
          <p:spPr>
            <a:xfrm>
              <a:off x="9386823" y="2119757"/>
              <a:ext cx="948055" cy="271017"/>
            </a:xfrm>
            <a:custGeom>
              <a:avLst/>
              <a:gdLst>
                <a:gd name="connsiteX0" fmla="*/ 878967 w 948055"/>
                <a:gd name="connsiteY0" fmla="*/ 0 h 271017"/>
                <a:gd name="connsiteX1" fmla="*/ 574421 w 948055"/>
                <a:gd name="connsiteY1" fmla="*/ 90551 h 271017"/>
                <a:gd name="connsiteX2" fmla="*/ 541274 w 948055"/>
                <a:gd name="connsiteY2" fmla="*/ 100457 h 271017"/>
                <a:gd name="connsiteX3" fmla="*/ 440309 w 948055"/>
                <a:gd name="connsiteY3" fmla="*/ 130429 h 271017"/>
                <a:gd name="connsiteX4" fmla="*/ 430657 w 948055"/>
                <a:gd name="connsiteY4" fmla="*/ 133350 h 271017"/>
                <a:gd name="connsiteX5" fmla="*/ 0 w 948055"/>
                <a:gd name="connsiteY5" fmla="*/ 271018 h 271017"/>
                <a:gd name="connsiteX6" fmla="*/ 312801 w 948055"/>
                <a:gd name="connsiteY6" fmla="*/ 271018 h 271017"/>
                <a:gd name="connsiteX7" fmla="*/ 526796 w 948055"/>
                <a:gd name="connsiteY7" fmla="*/ 179705 h 271017"/>
                <a:gd name="connsiteX8" fmla="*/ 541274 w 948055"/>
                <a:gd name="connsiteY8" fmla="*/ 173482 h 271017"/>
                <a:gd name="connsiteX9" fmla="*/ 642239 w 948055"/>
                <a:gd name="connsiteY9" fmla="*/ 130429 h 271017"/>
                <a:gd name="connsiteX10" fmla="*/ 670687 w 948055"/>
                <a:gd name="connsiteY10" fmla="*/ 118364 h 271017"/>
                <a:gd name="connsiteX11" fmla="*/ 948055 w 948055"/>
                <a:gd name="connsiteY11" fmla="*/ 0 h 27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8055" h="271017">
                  <a:moveTo>
                    <a:pt x="878967" y="0"/>
                  </a:moveTo>
                  <a:lnTo>
                    <a:pt x="574421" y="90551"/>
                  </a:lnTo>
                  <a:lnTo>
                    <a:pt x="541274" y="100457"/>
                  </a:lnTo>
                  <a:lnTo>
                    <a:pt x="440309" y="130429"/>
                  </a:lnTo>
                  <a:lnTo>
                    <a:pt x="430657" y="133350"/>
                  </a:lnTo>
                  <a:lnTo>
                    <a:pt x="0" y="271018"/>
                  </a:lnTo>
                  <a:lnTo>
                    <a:pt x="312801" y="271018"/>
                  </a:lnTo>
                  <a:lnTo>
                    <a:pt x="526796" y="179705"/>
                  </a:lnTo>
                  <a:lnTo>
                    <a:pt x="541274" y="173482"/>
                  </a:lnTo>
                  <a:lnTo>
                    <a:pt x="642239" y="130429"/>
                  </a:lnTo>
                  <a:lnTo>
                    <a:pt x="670687" y="118364"/>
                  </a:lnTo>
                  <a:lnTo>
                    <a:pt x="948055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218FB1BD-8693-4541-8751-E39DE34B271E}"/>
                </a:ext>
              </a:extLst>
            </p:cNvPr>
            <p:cNvSpPr/>
            <p:nvPr/>
          </p:nvSpPr>
          <p:spPr>
            <a:xfrm>
              <a:off x="9757156" y="2523617"/>
              <a:ext cx="576898" cy="192865"/>
            </a:xfrm>
            <a:custGeom>
              <a:avLst/>
              <a:gdLst>
                <a:gd name="connsiteX0" fmla="*/ 518287 w 576898"/>
                <a:gd name="connsiteY0" fmla="*/ 186436 h 192865"/>
                <a:gd name="connsiteX1" fmla="*/ 570484 w 576898"/>
                <a:gd name="connsiteY1" fmla="*/ 134112 h 192865"/>
                <a:gd name="connsiteX2" fmla="*/ 573912 w 576898"/>
                <a:gd name="connsiteY2" fmla="*/ 70485 h 192865"/>
                <a:gd name="connsiteX3" fmla="*/ 531875 w 576898"/>
                <a:gd name="connsiteY3" fmla="*/ 13589 h 192865"/>
                <a:gd name="connsiteX4" fmla="*/ 482092 w 576898"/>
                <a:gd name="connsiteY4" fmla="*/ 1778 h 192865"/>
                <a:gd name="connsiteX5" fmla="*/ 444753 w 576898"/>
                <a:gd name="connsiteY5" fmla="*/ 7874 h 192865"/>
                <a:gd name="connsiteX6" fmla="*/ 392811 w 576898"/>
                <a:gd name="connsiteY6" fmla="*/ 59944 h 192865"/>
                <a:gd name="connsiteX7" fmla="*/ 387476 w 576898"/>
                <a:gd name="connsiteY7" fmla="*/ 83058 h 192865"/>
                <a:gd name="connsiteX8" fmla="*/ 387350 w 576898"/>
                <a:gd name="connsiteY8" fmla="*/ 83312 h 192865"/>
                <a:gd name="connsiteX9" fmla="*/ 384810 w 576898"/>
                <a:gd name="connsiteY9" fmla="*/ 100965 h 192865"/>
                <a:gd name="connsiteX10" fmla="*/ 378460 w 576898"/>
                <a:gd name="connsiteY10" fmla="*/ 112903 h 192865"/>
                <a:gd name="connsiteX11" fmla="*/ 369950 w 576898"/>
                <a:gd name="connsiteY11" fmla="*/ 119253 h 192865"/>
                <a:gd name="connsiteX12" fmla="*/ 360552 w 576898"/>
                <a:gd name="connsiteY12" fmla="*/ 121666 h 192865"/>
                <a:gd name="connsiteX13" fmla="*/ 252602 w 576898"/>
                <a:gd name="connsiteY13" fmla="*/ 121666 h 192865"/>
                <a:gd name="connsiteX14" fmla="*/ 250571 w 576898"/>
                <a:gd name="connsiteY14" fmla="*/ 121666 h 192865"/>
                <a:gd name="connsiteX15" fmla="*/ 185927 w 576898"/>
                <a:gd name="connsiteY15" fmla="*/ 121666 h 192865"/>
                <a:gd name="connsiteX16" fmla="*/ 185927 w 576898"/>
                <a:gd name="connsiteY16" fmla="*/ 88646 h 192865"/>
                <a:gd name="connsiteX17" fmla="*/ 181737 w 576898"/>
                <a:gd name="connsiteY17" fmla="*/ 51816 h 192865"/>
                <a:gd name="connsiteX18" fmla="*/ 167259 w 576898"/>
                <a:gd name="connsiteY18" fmla="*/ 24003 h 192865"/>
                <a:gd name="connsiteX19" fmla="*/ 138684 w 576898"/>
                <a:gd name="connsiteY19" fmla="*/ 5588 h 192865"/>
                <a:gd name="connsiteX20" fmla="*/ 98171 w 576898"/>
                <a:gd name="connsiteY20" fmla="*/ 0 h 192865"/>
                <a:gd name="connsiteX21" fmla="*/ 42290 w 576898"/>
                <a:gd name="connsiteY21" fmla="*/ 0 h 192865"/>
                <a:gd name="connsiteX22" fmla="*/ 42290 w 576898"/>
                <a:gd name="connsiteY22" fmla="*/ 44958 h 192865"/>
                <a:gd name="connsiteX23" fmla="*/ 104901 w 576898"/>
                <a:gd name="connsiteY23" fmla="*/ 44958 h 192865"/>
                <a:gd name="connsiteX24" fmla="*/ 120776 w 576898"/>
                <a:gd name="connsiteY24" fmla="*/ 48387 h 192865"/>
                <a:gd name="connsiteX25" fmla="*/ 132207 w 576898"/>
                <a:gd name="connsiteY25" fmla="*/ 57277 h 192865"/>
                <a:gd name="connsiteX26" fmla="*/ 138811 w 576898"/>
                <a:gd name="connsiteY26" fmla="*/ 69977 h 192865"/>
                <a:gd name="connsiteX27" fmla="*/ 140843 w 576898"/>
                <a:gd name="connsiteY27" fmla="*/ 86868 h 192865"/>
                <a:gd name="connsiteX28" fmla="*/ 140843 w 576898"/>
                <a:gd name="connsiteY28" fmla="*/ 121920 h 192865"/>
                <a:gd name="connsiteX29" fmla="*/ 117348 w 576898"/>
                <a:gd name="connsiteY29" fmla="*/ 121920 h 192865"/>
                <a:gd name="connsiteX30" fmla="*/ 0 w 576898"/>
                <a:gd name="connsiteY30" fmla="*/ 121920 h 192865"/>
                <a:gd name="connsiteX31" fmla="*/ 0 w 576898"/>
                <a:gd name="connsiteY31" fmla="*/ 166878 h 192865"/>
                <a:gd name="connsiteX32" fmla="*/ 186944 w 576898"/>
                <a:gd name="connsiteY32" fmla="*/ 166878 h 192865"/>
                <a:gd name="connsiteX33" fmla="*/ 186944 w 576898"/>
                <a:gd name="connsiteY33" fmla="*/ 166624 h 192865"/>
                <a:gd name="connsiteX34" fmla="*/ 249809 w 576898"/>
                <a:gd name="connsiteY34" fmla="*/ 166624 h 192865"/>
                <a:gd name="connsiteX35" fmla="*/ 252349 w 576898"/>
                <a:gd name="connsiteY35" fmla="*/ 166878 h 192865"/>
                <a:gd name="connsiteX36" fmla="*/ 348742 w 576898"/>
                <a:gd name="connsiteY36" fmla="*/ 166878 h 192865"/>
                <a:gd name="connsiteX37" fmla="*/ 361569 w 576898"/>
                <a:gd name="connsiteY37" fmla="*/ 165989 h 192865"/>
                <a:gd name="connsiteX38" fmla="*/ 374776 w 576898"/>
                <a:gd name="connsiteY38" fmla="*/ 162814 h 192865"/>
                <a:gd name="connsiteX39" fmla="*/ 387223 w 576898"/>
                <a:gd name="connsiteY39" fmla="*/ 156083 h 192865"/>
                <a:gd name="connsiteX40" fmla="*/ 397256 w 576898"/>
                <a:gd name="connsiteY40" fmla="*/ 145288 h 192865"/>
                <a:gd name="connsiteX41" fmla="*/ 443992 w 576898"/>
                <a:gd name="connsiteY41" fmla="*/ 186436 h 192865"/>
                <a:gd name="connsiteX42" fmla="*/ 518287 w 576898"/>
                <a:gd name="connsiteY42" fmla="*/ 186436 h 192865"/>
                <a:gd name="connsiteX43" fmla="*/ 441706 w 576898"/>
                <a:gd name="connsiteY43" fmla="*/ 128778 h 192865"/>
                <a:gd name="connsiteX44" fmla="*/ 434975 w 576898"/>
                <a:gd name="connsiteY44" fmla="*/ 93218 h 192865"/>
                <a:gd name="connsiteX45" fmla="*/ 446024 w 576898"/>
                <a:gd name="connsiteY45" fmla="*/ 57277 h 192865"/>
                <a:gd name="connsiteX46" fmla="*/ 519557 w 576898"/>
                <a:gd name="connsiteY46" fmla="*/ 60579 h 192865"/>
                <a:gd name="connsiteX47" fmla="*/ 528574 w 576898"/>
                <a:gd name="connsiteY47" fmla="*/ 102997 h 192865"/>
                <a:gd name="connsiteX48" fmla="*/ 521335 w 576898"/>
                <a:gd name="connsiteY48" fmla="*/ 130683 h 192865"/>
                <a:gd name="connsiteX49" fmla="*/ 481711 w 576898"/>
                <a:gd name="connsiteY49" fmla="*/ 154813 h 192865"/>
                <a:gd name="connsiteX50" fmla="*/ 441706 w 576898"/>
                <a:gd name="connsiteY50" fmla="*/ 128778 h 19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6898" h="192865">
                  <a:moveTo>
                    <a:pt x="518287" y="186436"/>
                  </a:moveTo>
                  <a:cubicBezTo>
                    <a:pt x="543940" y="177292"/>
                    <a:pt x="561339" y="159639"/>
                    <a:pt x="570484" y="134112"/>
                  </a:cubicBezTo>
                  <a:cubicBezTo>
                    <a:pt x="577976" y="113284"/>
                    <a:pt x="578612" y="91821"/>
                    <a:pt x="573912" y="70485"/>
                  </a:cubicBezTo>
                  <a:cubicBezTo>
                    <a:pt x="568325" y="45466"/>
                    <a:pt x="554862" y="26035"/>
                    <a:pt x="531875" y="13589"/>
                  </a:cubicBezTo>
                  <a:cubicBezTo>
                    <a:pt x="516255" y="5080"/>
                    <a:pt x="499490" y="2032"/>
                    <a:pt x="482092" y="1778"/>
                  </a:cubicBezTo>
                  <a:cubicBezTo>
                    <a:pt x="469137" y="1905"/>
                    <a:pt x="456692" y="3556"/>
                    <a:pt x="444753" y="7874"/>
                  </a:cubicBezTo>
                  <a:cubicBezTo>
                    <a:pt x="419226" y="17018"/>
                    <a:pt x="401700" y="34290"/>
                    <a:pt x="392811" y="59944"/>
                  </a:cubicBezTo>
                  <a:cubicBezTo>
                    <a:pt x="390144" y="67691"/>
                    <a:pt x="388493" y="75311"/>
                    <a:pt x="387476" y="83058"/>
                  </a:cubicBezTo>
                  <a:cubicBezTo>
                    <a:pt x="387476" y="83185"/>
                    <a:pt x="387350" y="83185"/>
                    <a:pt x="387350" y="83312"/>
                  </a:cubicBezTo>
                  <a:cubicBezTo>
                    <a:pt x="386334" y="90678"/>
                    <a:pt x="386587" y="96012"/>
                    <a:pt x="384810" y="100965"/>
                  </a:cubicBezTo>
                  <a:cubicBezTo>
                    <a:pt x="383159" y="105918"/>
                    <a:pt x="381000" y="109855"/>
                    <a:pt x="378460" y="112903"/>
                  </a:cubicBezTo>
                  <a:cubicBezTo>
                    <a:pt x="375920" y="115824"/>
                    <a:pt x="372999" y="117983"/>
                    <a:pt x="369950" y="119253"/>
                  </a:cubicBezTo>
                  <a:cubicBezTo>
                    <a:pt x="366775" y="120523"/>
                    <a:pt x="363727" y="121666"/>
                    <a:pt x="360552" y="121666"/>
                  </a:cubicBezTo>
                  <a:lnTo>
                    <a:pt x="252602" y="121666"/>
                  </a:lnTo>
                  <a:cubicBezTo>
                    <a:pt x="251840" y="121666"/>
                    <a:pt x="251333" y="121666"/>
                    <a:pt x="250571" y="121666"/>
                  </a:cubicBezTo>
                  <a:lnTo>
                    <a:pt x="185927" y="121666"/>
                  </a:lnTo>
                  <a:lnTo>
                    <a:pt x="185927" y="88646"/>
                  </a:lnTo>
                  <a:cubicBezTo>
                    <a:pt x="185927" y="75311"/>
                    <a:pt x="184531" y="63119"/>
                    <a:pt x="181737" y="51816"/>
                  </a:cubicBezTo>
                  <a:cubicBezTo>
                    <a:pt x="178943" y="40513"/>
                    <a:pt x="174117" y="31369"/>
                    <a:pt x="167259" y="24003"/>
                  </a:cubicBezTo>
                  <a:cubicBezTo>
                    <a:pt x="159131" y="15494"/>
                    <a:pt x="149606" y="9271"/>
                    <a:pt x="138684" y="5588"/>
                  </a:cubicBezTo>
                  <a:cubicBezTo>
                    <a:pt x="127762" y="1905"/>
                    <a:pt x="112775" y="0"/>
                    <a:pt x="98171" y="0"/>
                  </a:cubicBezTo>
                  <a:lnTo>
                    <a:pt x="42290" y="0"/>
                  </a:lnTo>
                  <a:lnTo>
                    <a:pt x="42290" y="44958"/>
                  </a:lnTo>
                  <a:lnTo>
                    <a:pt x="104901" y="44958"/>
                  </a:lnTo>
                  <a:cubicBezTo>
                    <a:pt x="110744" y="44958"/>
                    <a:pt x="115950" y="46101"/>
                    <a:pt x="120776" y="48387"/>
                  </a:cubicBezTo>
                  <a:cubicBezTo>
                    <a:pt x="125602" y="50673"/>
                    <a:pt x="129412" y="53594"/>
                    <a:pt x="132207" y="57277"/>
                  </a:cubicBezTo>
                  <a:cubicBezTo>
                    <a:pt x="135255" y="60960"/>
                    <a:pt x="137413" y="65151"/>
                    <a:pt x="138811" y="69977"/>
                  </a:cubicBezTo>
                  <a:cubicBezTo>
                    <a:pt x="140208" y="74803"/>
                    <a:pt x="140843" y="80391"/>
                    <a:pt x="140843" y="86868"/>
                  </a:cubicBezTo>
                  <a:lnTo>
                    <a:pt x="140843" y="121920"/>
                  </a:lnTo>
                  <a:lnTo>
                    <a:pt x="117348" y="121920"/>
                  </a:lnTo>
                  <a:lnTo>
                    <a:pt x="0" y="121920"/>
                  </a:lnTo>
                  <a:lnTo>
                    <a:pt x="0" y="166878"/>
                  </a:lnTo>
                  <a:lnTo>
                    <a:pt x="186944" y="166878"/>
                  </a:lnTo>
                  <a:lnTo>
                    <a:pt x="186944" y="166624"/>
                  </a:lnTo>
                  <a:lnTo>
                    <a:pt x="249809" y="166624"/>
                  </a:lnTo>
                  <a:cubicBezTo>
                    <a:pt x="250698" y="166751"/>
                    <a:pt x="251460" y="166878"/>
                    <a:pt x="252349" y="166878"/>
                  </a:cubicBezTo>
                  <a:lnTo>
                    <a:pt x="348742" y="166878"/>
                  </a:lnTo>
                  <a:cubicBezTo>
                    <a:pt x="352678" y="166878"/>
                    <a:pt x="356997" y="166624"/>
                    <a:pt x="361569" y="165989"/>
                  </a:cubicBezTo>
                  <a:cubicBezTo>
                    <a:pt x="366140" y="165354"/>
                    <a:pt x="370459" y="164338"/>
                    <a:pt x="374776" y="162814"/>
                  </a:cubicBezTo>
                  <a:cubicBezTo>
                    <a:pt x="379095" y="161290"/>
                    <a:pt x="383159" y="159004"/>
                    <a:pt x="387223" y="156083"/>
                  </a:cubicBezTo>
                  <a:cubicBezTo>
                    <a:pt x="391160" y="153289"/>
                    <a:pt x="394462" y="149733"/>
                    <a:pt x="397256" y="145288"/>
                  </a:cubicBezTo>
                  <a:cubicBezTo>
                    <a:pt x="406781" y="164973"/>
                    <a:pt x="422656" y="178816"/>
                    <a:pt x="443992" y="186436"/>
                  </a:cubicBezTo>
                  <a:cubicBezTo>
                    <a:pt x="468757" y="194945"/>
                    <a:pt x="493649" y="195072"/>
                    <a:pt x="518287" y="186436"/>
                  </a:cubicBezTo>
                  <a:moveTo>
                    <a:pt x="441706" y="128778"/>
                  </a:moveTo>
                  <a:cubicBezTo>
                    <a:pt x="436625" y="118618"/>
                    <a:pt x="434975" y="107569"/>
                    <a:pt x="434975" y="93218"/>
                  </a:cubicBezTo>
                  <a:cubicBezTo>
                    <a:pt x="435101" y="82296"/>
                    <a:pt x="437514" y="68961"/>
                    <a:pt x="446024" y="57277"/>
                  </a:cubicBezTo>
                  <a:cubicBezTo>
                    <a:pt x="464312" y="32004"/>
                    <a:pt x="503427" y="33782"/>
                    <a:pt x="519557" y="60579"/>
                  </a:cubicBezTo>
                  <a:cubicBezTo>
                    <a:pt x="527431" y="73660"/>
                    <a:pt x="529589" y="88138"/>
                    <a:pt x="528574" y="102997"/>
                  </a:cubicBezTo>
                  <a:cubicBezTo>
                    <a:pt x="527938" y="112649"/>
                    <a:pt x="525907" y="122047"/>
                    <a:pt x="521335" y="130683"/>
                  </a:cubicBezTo>
                  <a:cubicBezTo>
                    <a:pt x="512952" y="146558"/>
                    <a:pt x="499618" y="154940"/>
                    <a:pt x="481711" y="154813"/>
                  </a:cubicBezTo>
                  <a:cubicBezTo>
                    <a:pt x="462914" y="154686"/>
                    <a:pt x="449834" y="145161"/>
                    <a:pt x="441706" y="12877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7F6A9E70-45D4-40A0-A996-FA06C983FEFB}"/>
                </a:ext>
              </a:extLst>
            </p:cNvPr>
            <p:cNvSpPr/>
            <p:nvPr/>
          </p:nvSpPr>
          <p:spPr>
            <a:xfrm>
              <a:off x="9598279" y="2479294"/>
              <a:ext cx="44323" cy="44323"/>
            </a:xfrm>
            <a:custGeom>
              <a:avLst/>
              <a:gdLst>
                <a:gd name="connsiteX0" fmla="*/ 0 w 44323"/>
                <a:gd name="connsiteY0" fmla="*/ 0 h 44323"/>
                <a:gd name="connsiteX1" fmla="*/ 44323 w 44323"/>
                <a:gd name="connsiteY1" fmla="*/ 0 h 44323"/>
                <a:gd name="connsiteX2" fmla="*/ 44323 w 44323"/>
                <a:gd name="connsiteY2" fmla="*/ 44323 h 44323"/>
                <a:gd name="connsiteX3" fmla="*/ 0 w 44323"/>
                <a:gd name="connsiteY3" fmla="*/ 44323 h 4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3" h="44323">
                  <a:moveTo>
                    <a:pt x="0" y="0"/>
                  </a:moveTo>
                  <a:lnTo>
                    <a:pt x="44323" y="0"/>
                  </a:lnTo>
                  <a:lnTo>
                    <a:pt x="44323" y="44323"/>
                  </a:lnTo>
                  <a:lnTo>
                    <a:pt x="0" y="44323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9924A43B-389F-49F8-B72C-C9B0CB124BE6}"/>
                </a:ext>
              </a:extLst>
            </p:cNvPr>
            <p:cNvSpPr/>
            <p:nvPr/>
          </p:nvSpPr>
          <p:spPr>
            <a:xfrm>
              <a:off x="9521570" y="2523998"/>
              <a:ext cx="199263" cy="192404"/>
            </a:xfrm>
            <a:custGeom>
              <a:avLst/>
              <a:gdLst>
                <a:gd name="connsiteX0" fmla="*/ 154051 w 199263"/>
                <a:gd name="connsiteY0" fmla="*/ 0 h 192404"/>
                <a:gd name="connsiteX1" fmla="*/ 154051 w 199263"/>
                <a:gd name="connsiteY1" fmla="*/ 78994 h 192404"/>
                <a:gd name="connsiteX2" fmla="*/ 154051 w 199263"/>
                <a:gd name="connsiteY2" fmla="*/ 94234 h 192404"/>
                <a:gd name="connsiteX3" fmla="*/ 151003 w 199263"/>
                <a:gd name="connsiteY3" fmla="*/ 118745 h 192404"/>
                <a:gd name="connsiteX4" fmla="*/ 140589 w 199263"/>
                <a:gd name="connsiteY4" fmla="*/ 135255 h 192404"/>
                <a:gd name="connsiteX5" fmla="*/ 119635 w 199263"/>
                <a:gd name="connsiteY5" fmla="*/ 144907 h 192404"/>
                <a:gd name="connsiteX6" fmla="*/ 99441 w 199263"/>
                <a:gd name="connsiteY6" fmla="*/ 147193 h 192404"/>
                <a:gd name="connsiteX7" fmla="*/ 79248 w 199263"/>
                <a:gd name="connsiteY7" fmla="*/ 144907 h 192404"/>
                <a:gd name="connsiteX8" fmla="*/ 58420 w 199263"/>
                <a:gd name="connsiteY8" fmla="*/ 135255 h 192404"/>
                <a:gd name="connsiteX9" fmla="*/ 48006 w 199263"/>
                <a:gd name="connsiteY9" fmla="*/ 118745 h 192404"/>
                <a:gd name="connsiteX10" fmla="*/ 44958 w 199263"/>
                <a:gd name="connsiteY10" fmla="*/ 94234 h 192404"/>
                <a:gd name="connsiteX11" fmla="*/ 44958 w 199263"/>
                <a:gd name="connsiteY11" fmla="*/ 78994 h 192404"/>
                <a:gd name="connsiteX12" fmla="*/ 44958 w 199263"/>
                <a:gd name="connsiteY12" fmla="*/ 0 h 192404"/>
                <a:gd name="connsiteX13" fmla="*/ 0 w 199263"/>
                <a:gd name="connsiteY13" fmla="*/ 0 h 192404"/>
                <a:gd name="connsiteX14" fmla="*/ 0 w 199263"/>
                <a:gd name="connsiteY14" fmla="*/ 99695 h 192404"/>
                <a:gd name="connsiteX15" fmla="*/ 4826 w 199263"/>
                <a:gd name="connsiteY15" fmla="*/ 137160 h 192404"/>
                <a:gd name="connsiteX16" fmla="*/ 21590 w 199263"/>
                <a:gd name="connsiteY16" fmla="*/ 166243 h 192404"/>
                <a:gd name="connsiteX17" fmla="*/ 37211 w 199263"/>
                <a:gd name="connsiteY17" fmla="*/ 178308 h 192404"/>
                <a:gd name="connsiteX18" fmla="*/ 55373 w 199263"/>
                <a:gd name="connsiteY18" fmla="*/ 186436 h 192404"/>
                <a:gd name="connsiteX19" fmla="*/ 77089 w 199263"/>
                <a:gd name="connsiteY19" fmla="*/ 191135 h 192404"/>
                <a:gd name="connsiteX20" fmla="*/ 95886 w 199263"/>
                <a:gd name="connsiteY20" fmla="*/ 192405 h 192404"/>
                <a:gd name="connsiteX21" fmla="*/ 99568 w 199263"/>
                <a:gd name="connsiteY21" fmla="*/ 192405 h 192404"/>
                <a:gd name="connsiteX22" fmla="*/ 103378 w 199263"/>
                <a:gd name="connsiteY22" fmla="*/ 192405 h 192404"/>
                <a:gd name="connsiteX23" fmla="*/ 122174 w 199263"/>
                <a:gd name="connsiteY23" fmla="*/ 191135 h 192404"/>
                <a:gd name="connsiteX24" fmla="*/ 143891 w 199263"/>
                <a:gd name="connsiteY24" fmla="*/ 186436 h 192404"/>
                <a:gd name="connsiteX25" fmla="*/ 162052 w 199263"/>
                <a:gd name="connsiteY25" fmla="*/ 178308 h 192404"/>
                <a:gd name="connsiteX26" fmla="*/ 177673 w 199263"/>
                <a:gd name="connsiteY26" fmla="*/ 166243 h 192404"/>
                <a:gd name="connsiteX27" fmla="*/ 194437 w 199263"/>
                <a:gd name="connsiteY27" fmla="*/ 137160 h 192404"/>
                <a:gd name="connsiteX28" fmla="*/ 199263 w 199263"/>
                <a:gd name="connsiteY28" fmla="*/ 99695 h 192404"/>
                <a:gd name="connsiteX29" fmla="*/ 199263 w 199263"/>
                <a:gd name="connsiteY29" fmla="*/ 0 h 192404"/>
                <a:gd name="connsiteX30" fmla="*/ 154051 w 199263"/>
                <a:gd name="connsiteY30" fmla="*/ 0 h 19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9263" h="192404">
                  <a:moveTo>
                    <a:pt x="154051" y="0"/>
                  </a:moveTo>
                  <a:lnTo>
                    <a:pt x="154051" y="78994"/>
                  </a:lnTo>
                  <a:lnTo>
                    <a:pt x="154051" y="94234"/>
                  </a:lnTo>
                  <a:cubicBezTo>
                    <a:pt x="154051" y="103886"/>
                    <a:pt x="153036" y="112014"/>
                    <a:pt x="151003" y="118745"/>
                  </a:cubicBezTo>
                  <a:cubicBezTo>
                    <a:pt x="148972" y="125476"/>
                    <a:pt x="145415" y="131064"/>
                    <a:pt x="140589" y="135255"/>
                  </a:cubicBezTo>
                  <a:cubicBezTo>
                    <a:pt x="135001" y="139954"/>
                    <a:pt x="128016" y="143129"/>
                    <a:pt x="119635" y="144907"/>
                  </a:cubicBezTo>
                  <a:cubicBezTo>
                    <a:pt x="113285" y="146177"/>
                    <a:pt x="106553" y="147193"/>
                    <a:pt x="99441" y="147193"/>
                  </a:cubicBezTo>
                  <a:cubicBezTo>
                    <a:pt x="92329" y="147193"/>
                    <a:pt x="85598" y="146177"/>
                    <a:pt x="79248" y="144907"/>
                  </a:cubicBezTo>
                  <a:cubicBezTo>
                    <a:pt x="70866" y="143129"/>
                    <a:pt x="63881" y="139954"/>
                    <a:pt x="58420" y="135255"/>
                  </a:cubicBezTo>
                  <a:cubicBezTo>
                    <a:pt x="53467" y="130937"/>
                    <a:pt x="50038" y="125476"/>
                    <a:pt x="48006" y="118745"/>
                  </a:cubicBezTo>
                  <a:cubicBezTo>
                    <a:pt x="45974" y="112014"/>
                    <a:pt x="44958" y="103759"/>
                    <a:pt x="44958" y="94234"/>
                  </a:cubicBezTo>
                  <a:lnTo>
                    <a:pt x="44958" y="78994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99695"/>
                  </a:lnTo>
                  <a:cubicBezTo>
                    <a:pt x="0" y="112776"/>
                    <a:pt x="1651" y="125222"/>
                    <a:pt x="4826" y="137160"/>
                  </a:cubicBezTo>
                  <a:cubicBezTo>
                    <a:pt x="8001" y="148971"/>
                    <a:pt x="13589" y="158750"/>
                    <a:pt x="21590" y="166243"/>
                  </a:cubicBezTo>
                  <a:cubicBezTo>
                    <a:pt x="26543" y="170942"/>
                    <a:pt x="31750" y="175006"/>
                    <a:pt x="37211" y="178308"/>
                  </a:cubicBezTo>
                  <a:cubicBezTo>
                    <a:pt x="42673" y="181610"/>
                    <a:pt x="48768" y="184404"/>
                    <a:pt x="55373" y="186436"/>
                  </a:cubicBezTo>
                  <a:cubicBezTo>
                    <a:pt x="61976" y="188595"/>
                    <a:pt x="69215" y="190119"/>
                    <a:pt x="77089" y="191135"/>
                  </a:cubicBezTo>
                  <a:cubicBezTo>
                    <a:pt x="82804" y="191897"/>
                    <a:pt x="89281" y="192151"/>
                    <a:pt x="95886" y="192405"/>
                  </a:cubicBezTo>
                  <a:cubicBezTo>
                    <a:pt x="95886" y="192405"/>
                    <a:pt x="98425" y="192405"/>
                    <a:pt x="99568" y="192405"/>
                  </a:cubicBezTo>
                  <a:cubicBezTo>
                    <a:pt x="100838" y="192405"/>
                    <a:pt x="103378" y="192405"/>
                    <a:pt x="103378" y="192405"/>
                  </a:cubicBezTo>
                  <a:cubicBezTo>
                    <a:pt x="110110" y="192278"/>
                    <a:pt x="116460" y="191897"/>
                    <a:pt x="122174" y="191135"/>
                  </a:cubicBezTo>
                  <a:cubicBezTo>
                    <a:pt x="130048" y="190119"/>
                    <a:pt x="137287" y="188595"/>
                    <a:pt x="143891" y="186436"/>
                  </a:cubicBezTo>
                  <a:cubicBezTo>
                    <a:pt x="150495" y="184277"/>
                    <a:pt x="156591" y="181610"/>
                    <a:pt x="162052" y="178308"/>
                  </a:cubicBezTo>
                  <a:cubicBezTo>
                    <a:pt x="167513" y="175006"/>
                    <a:pt x="172720" y="170942"/>
                    <a:pt x="177673" y="166243"/>
                  </a:cubicBezTo>
                  <a:cubicBezTo>
                    <a:pt x="185548" y="158750"/>
                    <a:pt x="191136" y="149098"/>
                    <a:pt x="194437" y="137160"/>
                  </a:cubicBezTo>
                  <a:cubicBezTo>
                    <a:pt x="197612" y="125222"/>
                    <a:pt x="199263" y="112776"/>
                    <a:pt x="199263" y="99695"/>
                  </a:cubicBezTo>
                  <a:lnTo>
                    <a:pt x="199263" y="0"/>
                  </a:lnTo>
                  <a:lnTo>
                    <a:pt x="154051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</p:spTree>
    <p:extLst>
      <p:ext uri="{BB962C8B-B14F-4D97-AF65-F5344CB8AC3E}">
        <p14:creationId xmlns:p14="http://schemas.microsoft.com/office/powerpoint/2010/main" val="2986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5C58707-2CAE-DF08-A6BE-6CD5608C69DA}"/>
              </a:ext>
            </a:extLst>
          </p:cNvPr>
          <p:cNvGrpSpPr/>
          <p:nvPr userDrawn="1"/>
        </p:nvGrpSpPr>
        <p:grpSpPr>
          <a:xfrm>
            <a:off x="2217208" y="0"/>
            <a:ext cx="4640793" cy="878778"/>
            <a:chOff x="1838605" y="60312"/>
            <a:chExt cx="9144002" cy="128051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726742A-71A0-EC10-9E62-7F83D92B1183}"/>
                </a:ext>
              </a:extLst>
            </p:cNvPr>
            <p:cNvSpPr/>
            <p:nvPr/>
          </p:nvSpPr>
          <p:spPr>
            <a:xfrm>
              <a:off x="6705199" y="60312"/>
              <a:ext cx="3335909" cy="1206118"/>
            </a:xfrm>
            <a:custGeom>
              <a:avLst/>
              <a:gdLst>
                <a:gd name="connsiteX0" fmla="*/ 2751709 w 3335908"/>
                <a:gd name="connsiteY0" fmla="*/ 0 h 1206119"/>
                <a:gd name="connsiteX1" fmla="*/ 3335909 w 3335908"/>
                <a:gd name="connsiteY1" fmla="*/ 1206119 h 1206119"/>
                <a:gd name="connsiteX2" fmla="*/ 0 w 3335908"/>
                <a:gd name="connsiteY2" fmla="*/ 1206119 h 120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5908" h="1206119">
                  <a:moveTo>
                    <a:pt x="2751709" y="0"/>
                  </a:moveTo>
                  <a:lnTo>
                    <a:pt x="3335909" y="1206119"/>
                  </a:lnTo>
                  <a:lnTo>
                    <a:pt x="0" y="1206119"/>
                  </a:lnTo>
                </a:path>
              </a:pathLst>
            </a:custGeom>
            <a:noFill/>
            <a:ln w="12504" cap="flat">
              <a:solidFill>
                <a:srgbClr val="F3D8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B25252B-9736-2C6F-C2B3-52D359FFCDB6}"/>
                </a:ext>
              </a:extLst>
            </p:cNvPr>
            <p:cNvSpPr/>
            <p:nvPr/>
          </p:nvSpPr>
          <p:spPr>
            <a:xfrm>
              <a:off x="8865618" y="216677"/>
              <a:ext cx="2116987" cy="725804"/>
            </a:xfrm>
            <a:custGeom>
              <a:avLst/>
              <a:gdLst>
                <a:gd name="connsiteX0" fmla="*/ 574929 w 2987547"/>
                <a:gd name="connsiteY0" fmla="*/ 0 h 725804"/>
                <a:gd name="connsiteX1" fmla="*/ 0 w 2987547"/>
                <a:gd name="connsiteY1" fmla="*/ 725805 h 725804"/>
                <a:gd name="connsiteX2" fmla="*/ 1236345 w 2987547"/>
                <a:gd name="connsiteY2" fmla="*/ 725805 h 725804"/>
                <a:gd name="connsiteX3" fmla="*/ 1637157 w 2987547"/>
                <a:gd name="connsiteY3" fmla="*/ 219964 h 725804"/>
                <a:gd name="connsiteX4" fmla="*/ 2987548 w 2987547"/>
                <a:gd name="connsiteY4" fmla="*/ 219964 h 725804"/>
                <a:gd name="connsiteX5" fmla="*/ 2987548 w 2987547"/>
                <a:gd name="connsiteY5" fmla="*/ 0 h 72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7547" h="725804">
                  <a:moveTo>
                    <a:pt x="574929" y="0"/>
                  </a:moveTo>
                  <a:lnTo>
                    <a:pt x="0" y="725805"/>
                  </a:lnTo>
                  <a:lnTo>
                    <a:pt x="1236345" y="725805"/>
                  </a:lnTo>
                  <a:lnTo>
                    <a:pt x="1637157" y="219964"/>
                  </a:lnTo>
                  <a:lnTo>
                    <a:pt x="2987548" y="219964"/>
                  </a:lnTo>
                  <a:lnTo>
                    <a:pt x="2987548" y="0"/>
                  </a:lnTo>
                  <a:close/>
                </a:path>
              </a:pathLst>
            </a:custGeom>
            <a:solidFill>
              <a:srgbClr val="2A698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83007BF-2DDC-0E37-E137-1618D0ADFDF7}"/>
                </a:ext>
              </a:extLst>
            </p:cNvPr>
            <p:cNvSpPr/>
            <p:nvPr/>
          </p:nvSpPr>
          <p:spPr>
            <a:xfrm>
              <a:off x="5052040" y="242823"/>
              <a:ext cx="5930567" cy="443873"/>
            </a:xfrm>
            <a:custGeom>
              <a:avLst/>
              <a:gdLst>
                <a:gd name="connsiteX0" fmla="*/ 0 w 9144000"/>
                <a:gd name="connsiteY0" fmla="*/ 0 h 480186"/>
                <a:gd name="connsiteX1" fmla="*/ 7398258 w 9144000"/>
                <a:gd name="connsiteY1" fmla="*/ 0 h 480186"/>
                <a:gd name="connsiteX2" fmla="*/ 7630795 w 9144000"/>
                <a:gd name="connsiteY2" fmla="*/ 480187 h 480186"/>
                <a:gd name="connsiteX3" fmla="*/ 9144000 w 9144000"/>
                <a:gd name="connsiteY3" fmla="*/ 480187 h 48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0" h="480186">
                  <a:moveTo>
                    <a:pt x="0" y="0"/>
                  </a:moveTo>
                  <a:lnTo>
                    <a:pt x="7398258" y="0"/>
                  </a:lnTo>
                  <a:lnTo>
                    <a:pt x="7630795" y="480187"/>
                  </a:lnTo>
                  <a:lnTo>
                    <a:pt x="9144000" y="480187"/>
                  </a:lnTo>
                </a:path>
              </a:pathLst>
            </a:custGeom>
            <a:noFill/>
            <a:ln w="18757" cap="flat">
              <a:solidFill>
                <a:srgbClr val="57B0D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519460-FFFF-C27A-A7E6-C297F36ADBF3}"/>
                </a:ext>
              </a:extLst>
            </p:cNvPr>
            <p:cNvSpPr/>
            <p:nvPr/>
          </p:nvSpPr>
          <p:spPr>
            <a:xfrm>
              <a:off x="1838605" y="125815"/>
              <a:ext cx="9144000" cy="1215009"/>
            </a:xfrm>
            <a:custGeom>
              <a:avLst/>
              <a:gdLst>
                <a:gd name="connsiteX0" fmla="*/ 0 w 9144000"/>
                <a:gd name="connsiteY0" fmla="*/ 0 h 1215009"/>
                <a:gd name="connsiteX1" fmla="*/ 9144000 w 9144000"/>
                <a:gd name="connsiteY1" fmla="*/ 0 h 1215009"/>
                <a:gd name="connsiteX2" fmla="*/ 9144000 w 9144000"/>
                <a:gd name="connsiteY2" fmla="*/ 1215009 h 1215009"/>
                <a:gd name="connsiteX3" fmla="*/ 0 w 9144000"/>
                <a:gd name="connsiteY3" fmla="*/ 1215009 h 121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0" h="1215009">
                  <a:moveTo>
                    <a:pt x="0" y="0"/>
                  </a:moveTo>
                  <a:lnTo>
                    <a:pt x="9144000" y="0"/>
                  </a:lnTo>
                  <a:lnTo>
                    <a:pt x="9144000" y="1215009"/>
                  </a:lnTo>
                  <a:lnTo>
                    <a:pt x="0" y="1215009"/>
                  </a:lnTo>
                  <a:close/>
                </a:path>
              </a:pathLst>
            </a:custGeom>
            <a:no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00B68C3D-2A35-ABCA-ACEB-3FB697CEA5FB}"/>
              </a:ext>
            </a:extLst>
          </p:cNvPr>
          <p:cNvGrpSpPr/>
          <p:nvPr userDrawn="1"/>
        </p:nvGrpSpPr>
        <p:grpSpPr>
          <a:xfrm>
            <a:off x="106680" y="44953"/>
            <a:ext cx="601980" cy="709427"/>
            <a:chOff x="9386823" y="1171321"/>
            <a:chExt cx="1083309" cy="1793747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4430E17-6741-E1D9-6658-941D3F4F0063}"/>
                </a:ext>
              </a:extLst>
            </p:cNvPr>
            <p:cNvSpPr/>
            <p:nvPr/>
          </p:nvSpPr>
          <p:spPr>
            <a:xfrm>
              <a:off x="10030459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425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827C289-B975-2488-00F7-43AF94AA7FAE}"/>
                </a:ext>
              </a:extLst>
            </p:cNvPr>
            <p:cNvSpPr/>
            <p:nvPr/>
          </p:nvSpPr>
          <p:spPr>
            <a:xfrm>
              <a:off x="9698481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552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548AB9C-6C76-E659-EEA4-209B8632FDD6}"/>
                </a:ext>
              </a:extLst>
            </p:cNvPr>
            <p:cNvSpPr/>
            <p:nvPr/>
          </p:nvSpPr>
          <p:spPr>
            <a:xfrm>
              <a:off x="9521697" y="2809239"/>
              <a:ext cx="155956" cy="155448"/>
            </a:xfrm>
            <a:custGeom>
              <a:avLst/>
              <a:gdLst>
                <a:gd name="connsiteX0" fmla="*/ 130429 w 155956"/>
                <a:gd name="connsiteY0" fmla="*/ 0 h 155448"/>
                <a:gd name="connsiteX1" fmla="*/ 77851 w 155956"/>
                <a:gd name="connsiteY1" fmla="*/ 60071 h 155448"/>
                <a:gd name="connsiteX2" fmla="*/ 77851 w 155956"/>
                <a:gd name="connsiteY2" fmla="*/ 60071 h 155448"/>
                <a:gd name="connsiteX3" fmla="*/ 25273 w 155956"/>
                <a:gd name="connsiteY3" fmla="*/ 0 h 155448"/>
                <a:gd name="connsiteX4" fmla="*/ 0 w 155956"/>
                <a:gd name="connsiteY4" fmla="*/ 254 h 155448"/>
                <a:gd name="connsiteX5" fmla="*/ 381 w 155956"/>
                <a:gd name="connsiteY5" fmla="*/ 151892 h 155448"/>
                <a:gd name="connsiteX6" fmla="*/ 381 w 155956"/>
                <a:gd name="connsiteY6" fmla="*/ 155448 h 155448"/>
                <a:gd name="connsiteX7" fmla="*/ 35433 w 155956"/>
                <a:gd name="connsiteY7" fmla="*/ 155448 h 155448"/>
                <a:gd name="connsiteX8" fmla="*/ 35433 w 155956"/>
                <a:gd name="connsiteY8" fmla="*/ 65786 h 155448"/>
                <a:gd name="connsiteX9" fmla="*/ 77851 w 155956"/>
                <a:gd name="connsiteY9" fmla="*/ 111760 h 155448"/>
                <a:gd name="connsiteX10" fmla="*/ 77851 w 155956"/>
                <a:gd name="connsiteY10" fmla="*/ 111887 h 155448"/>
                <a:gd name="connsiteX11" fmla="*/ 77978 w 155956"/>
                <a:gd name="connsiteY11" fmla="*/ 111760 h 155448"/>
                <a:gd name="connsiteX12" fmla="*/ 78105 w 155956"/>
                <a:gd name="connsiteY12" fmla="*/ 111887 h 155448"/>
                <a:gd name="connsiteX13" fmla="*/ 78105 w 155956"/>
                <a:gd name="connsiteY13" fmla="*/ 111760 h 155448"/>
                <a:gd name="connsiteX14" fmla="*/ 120523 w 155956"/>
                <a:gd name="connsiteY14" fmla="*/ 65786 h 155448"/>
                <a:gd name="connsiteX15" fmla="*/ 120523 w 155956"/>
                <a:gd name="connsiteY15" fmla="*/ 155448 h 155448"/>
                <a:gd name="connsiteX16" fmla="*/ 155575 w 155956"/>
                <a:gd name="connsiteY16" fmla="*/ 155448 h 155448"/>
                <a:gd name="connsiteX17" fmla="*/ 155575 w 155956"/>
                <a:gd name="connsiteY17" fmla="*/ 151892 h 155448"/>
                <a:gd name="connsiteX18" fmla="*/ 155956 w 155956"/>
                <a:gd name="connsiteY18" fmla="*/ 254 h 155448"/>
                <a:gd name="connsiteX19" fmla="*/ 130429 w 155956"/>
                <a:gd name="connsiteY19" fmla="*/ 0 h 155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956" h="155448">
                  <a:moveTo>
                    <a:pt x="130429" y="0"/>
                  </a:moveTo>
                  <a:lnTo>
                    <a:pt x="77851" y="60071"/>
                  </a:lnTo>
                  <a:lnTo>
                    <a:pt x="77851" y="60071"/>
                  </a:lnTo>
                  <a:lnTo>
                    <a:pt x="25273" y="0"/>
                  </a:lnTo>
                  <a:lnTo>
                    <a:pt x="0" y="254"/>
                  </a:lnTo>
                  <a:cubicBezTo>
                    <a:pt x="0" y="254"/>
                    <a:pt x="381" y="109601"/>
                    <a:pt x="381" y="151892"/>
                  </a:cubicBezTo>
                  <a:lnTo>
                    <a:pt x="381" y="155448"/>
                  </a:lnTo>
                  <a:lnTo>
                    <a:pt x="35433" y="155448"/>
                  </a:lnTo>
                  <a:lnTo>
                    <a:pt x="35433" y="65786"/>
                  </a:lnTo>
                  <a:lnTo>
                    <a:pt x="77851" y="111760"/>
                  </a:lnTo>
                  <a:lnTo>
                    <a:pt x="77851" y="111887"/>
                  </a:lnTo>
                  <a:lnTo>
                    <a:pt x="77978" y="111760"/>
                  </a:lnTo>
                  <a:lnTo>
                    <a:pt x="78105" y="111887"/>
                  </a:lnTo>
                  <a:lnTo>
                    <a:pt x="78105" y="111760"/>
                  </a:lnTo>
                  <a:lnTo>
                    <a:pt x="120523" y="65786"/>
                  </a:lnTo>
                  <a:lnTo>
                    <a:pt x="120523" y="155448"/>
                  </a:lnTo>
                  <a:lnTo>
                    <a:pt x="155575" y="155448"/>
                  </a:lnTo>
                  <a:lnTo>
                    <a:pt x="155575" y="151892"/>
                  </a:lnTo>
                  <a:cubicBezTo>
                    <a:pt x="155575" y="109728"/>
                    <a:pt x="155956" y="254"/>
                    <a:pt x="155956" y="254"/>
                  </a:cubicBezTo>
                  <a:lnTo>
                    <a:pt x="13042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68876F8-D1D4-1BAB-E7E4-8D59ACB80FCB}"/>
                </a:ext>
              </a:extLst>
            </p:cNvPr>
            <p:cNvSpPr/>
            <p:nvPr/>
          </p:nvSpPr>
          <p:spPr>
            <a:xfrm>
              <a:off x="10202798" y="2809494"/>
              <a:ext cx="131318" cy="155194"/>
            </a:xfrm>
            <a:custGeom>
              <a:avLst/>
              <a:gdLst>
                <a:gd name="connsiteX0" fmla="*/ 130937 w 131318"/>
                <a:gd name="connsiteY0" fmla="*/ 0 h 155194"/>
                <a:gd name="connsiteX1" fmla="*/ 95885 w 131318"/>
                <a:gd name="connsiteY1" fmla="*/ 0 h 155194"/>
                <a:gd name="connsiteX2" fmla="*/ 96012 w 131318"/>
                <a:gd name="connsiteY2" fmla="*/ 90043 h 155194"/>
                <a:gd name="connsiteX3" fmla="*/ 25273 w 131318"/>
                <a:gd name="connsiteY3" fmla="*/ 0 h 155194"/>
                <a:gd name="connsiteX4" fmla="*/ 0 w 131318"/>
                <a:gd name="connsiteY4" fmla="*/ 0 h 155194"/>
                <a:gd name="connsiteX5" fmla="*/ 381 w 131318"/>
                <a:gd name="connsiteY5" fmla="*/ 155194 h 155194"/>
                <a:gd name="connsiteX6" fmla="*/ 35433 w 131318"/>
                <a:gd name="connsiteY6" fmla="*/ 155194 h 155194"/>
                <a:gd name="connsiteX7" fmla="*/ 35433 w 131318"/>
                <a:gd name="connsiteY7" fmla="*/ 65532 h 155194"/>
                <a:gd name="connsiteX8" fmla="*/ 105283 w 131318"/>
                <a:gd name="connsiteY8" fmla="*/ 155194 h 155194"/>
                <a:gd name="connsiteX9" fmla="*/ 131318 w 131318"/>
                <a:gd name="connsiteY9" fmla="*/ 155194 h 15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18" h="155194">
                  <a:moveTo>
                    <a:pt x="130937" y="0"/>
                  </a:moveTo>
                  <a:lnTo>
                    <a:pt x="95885" y="0"/>
                  </a:lnTo>
                  <a:lnTo>
                    <a:pt x="96012" y="90043"/>
                  </a:lnTo>
                  <a:lnTo>
                    <a:pt x="25273" y="0"/>
                  </a:lnTo>
                  <a:lnTo>
                    <a:pt x="0" y="0"/>
                  </a:lnTo>
                  <a:lnTo>
                    <a:pt x="381" y="155194"/>
                  </a:lnTo>
                  <a:lnTo>
                    <a:pt x="35433" y="155194"/>
                  </a:lnTo>
                  <a:lnTo>
                    <a:pt x="35433" y="65532"/>
                  </a:lnTo>
                  <a:lnTo>
                    <a:pt x="105283" y="155194"/>
                  </a:lnTo>
                  <a:lnTo>
                    <a:pt x="131318" y="155194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3168FFF-32AD-928B-5229-F0C064AFBC19}"/>
                </a:ext>
              </a:extLst>
            </p:cNvPr>
            <p:cNvSpPr/>
            <p:nvPr/>
          </p:nvSpPr>
          <p:spPr>
            <a:xfrm>
              <a:off x="9875393" y="2809450"/>
              <a:ext cx="134434" cy="155287"/>
            </a:xfrm>
            <a:custGeom>
              <a:avLst/>
              <a:gdLst>
                <a:gd name="connsiteX0" fmla="*/ 101726 w 134434"/>
                <a:gd name="connsiteY0" fmla="*/ 12744 h 155287"/>
                <a:gd name="connsiteX1" fmla="*/ 56642 w 134434"/>
                <a:gd name="connsiteY1" fmla="*/ 44 h 155287"/>
                <a:gd name="connsiteX2" fmla="*/ 23240 w 134434"/>
                <a:gd name="connsiteY2" fmla="*/ 1695 h 155287"/>
                <a:gd name="connsiteX3" fmla="*/ 0 w 134434"/>
                <a:gd name="connsiteY3" fmla="*/ 5886 h 155287"/>
                <a:gd name="connsiteX4" fmla="*/ 0 w 134434"/>
                <a:gd name="connsiteY4" fmla="*/ 149523 h 155287"/>
                <a:gd name="connsiteX5" fmla="*/ 33400 w 134434"/>
                <a:gd name="connsiteY5" fmla="*/ 154222 h 155287"/>
                <a:gd name="connsiteX6" fmla="*/ 86106 w 134434"/>
                <a:gd name="connsiteY6" fmla="*/ 150158 h 155287"/>
                <a:gd name="connsiteX7" fmla="*/ 129539 w 134434"/>
                <a:gd name="connsiteY7" fmla="*/ 108248 h 155287"/>
                <a:gd name="connsiteX8" fmla="*/ 131445 w 134434"/>
                <a:gd name="connsiteY8" fmla="*/ 54654 h 155287"/>
                <a:gd name="connsiteX9" fmla="*/ 101726 w 134434"/>
                <a:gd name="connsiteY9" fmla="*/ 12744 h 155287"/>
                <a:gd name="connsiteX10" fmla="*/ 91059 w 134434"/>
                <a:gd name="connsiteY10" fmla="*/ 97961 h 155287"/>
                <a:gd name="connsiteX11" fmla="*/ 52577 w 134434"/>
                <a:gd name="connsiteY11" fmla="*/ 124504 h 155287"/>
                <a:gd name="connsiteX12" fmla="*/ 37211 w 134434"/>
                <a:gd name="connsiteY12" fmla="*/ 123107 h 155287"/>
                <a:gd name="connsiteX13" fmla="*/ 37211 w 134434"/>
                <a:gd name="connsiteY13" fmla="*/ 31413 h 155287"/>
                <a:gd name="connsiteX14" fmla="*/ 37211 w 134434"/>
                <a:gd name="connsiteY14" fmla="*/ 30524 h 155287"/>
                <a:gd name="connsiteX15" fmla="*/ 66801 w 134434"/>
                <a:gd name="connsiteY15" fmla="*/ 33826 h 155287"/>
                <a:gd name="connsiteX16" fmla="*/ 91694 w 134434"/>
                <a:gd name="connsiteY16" fmla="*/ 60877 h 155287"/>
                <a:gd name="connsiteX17" fmla="*/ 91059 w 134434"/>
                <a:gd name="connsiteY17" fmla="*/ 97961 h 15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434" h="155287">
                  <a:moveTo>
                    <a:pt x="101726" y="12744"/>
                  </a:moveTo>
                  <a:cubicBezTo>
                    <a:pt x="88011" y="3981"/>
                    <a:pt x="72644" y="298"/>
                    <a:pt x="56642" y="44"/>
                  </a:cubicBezTo>
                  <a:cubicBezTo>
                    <a:pt x="45593" y="-210"/>
                    <a:pt x="34417" y="679"/>
                    <a:pt x="23240" y="1695"/>
                  </a:cubicBezTo>
                  <a:cubicBezTo>
                    <a:pt x="15367" y="2457"/>
                    <a:pt x="7620" y="4489"/>
                    <a:pt x="0" y="5886"/>
                  </a:cubicBezTo>
                  <a:lnTo>
                    <a:pt x="0" y="149523"/>
                  </a:lnTo>
                  <a:cubicBezTo>
                    <a:pt x="11175" y="151174"/>
                    <a:pt x="22225" y="153079"/>
                    <a:pt x="33400" y="154222"/>
                  </a:cubicBezTo>
                  <a:cubicBezTo>
                    <a:pt x="51181" y="156127"/>
                    <a:pt x="68834" y="155873"/>
                    <a:pt x="86106" y="150158"/>
                  </a:cubicBezTo>
                  <a:cubicBezTo>
                    <a:pt x="107314" y="143173"/>
                    <a:pt x="122174" y="129457"/>
                    <a:pt x="129539" y="108248"/>
                  </a:cubicBezTo>
                  <a:cubicBezTo>
                    <a:pt x="135636" y="90595"/>
                    <a:pt x="135763" y="72688"/>
                    <a:pt x="131445" y="54654"/>
                  </a:cubicBezTo>
                  <a:cubicBezTo>
                    <a:pt x="127000" y="36874"/>
                    <a:pt x="117348" y="22650"/>
                    <a:pt x="101726" y="12744"/>
                  </a:cubicBezTo>
                  <a:moveTo>
                    <a:pt x="91059" y="97961"/>
                  </a:moveTo>
                  <a:cubicBezTo>
                    <a:pt x="85089" y="115233"/>
                    <a:pt x="70865" y="125012"/>
                    <a:pt x="52577" y="124504"/>
                  </a:cubicBezTo>
                  <a:cubicBezTo>
                    <a:pt x="48133" y="124377"/>
                    <a:pt x="41783" y="123742"/>
                    <a:pt x="37211" y="123107"/>
                  </a:cubicBezTo>
                  <a:lnTo>
                    <a:pt x="37211" y="31413"/>
                  </a:lnTo>
                  <a:lnTo>
                    <a:pt x="37211" y="30524"/>
                  </a:lnTo>
                  <a:cubicBezTo>
                    <a:pt x="47244" y="30270"/>
                    <a:pt x="57403" y="30397"/>
                    <a:pt x="66801" y="33826"/>
                  </a:cubicBezTo>
                  <a:cubicBezTo>
                    <a:pt x="79756" y="38525"/>
                    <a:pt x="88011" y="47669"/>
                    <a:pt x="91694" y="60877"/>
                  </a:cubicBezTo>
                  <a:cubicBezTo>
                    <a:pt x="94996" y="73196"/>
                    <a:pt x="95250" y="85642"/>
                    <a:pt x="91059" y="97961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44CF291-8E7D-CED4-3670-10EF4AF5F09D}"/>
                </a:ext>
              </a:extLst>
            </p:cNvPr>
            <p:cNvSpPr/>
            <p:nvPr/>
          </p:nvSpPr>
          <p:spPr>
            <a:xfrm>
              <a:off x="9523094" y="1500124"/>
              <a:ext cx="210566" cy="491743"/>
            </a:xfrm>
            <a:custGeom>
              <a:avLst/>
              <a:gdLst>
                <a:gd name="connsiteX0" fmla="*/ 210566 w 210566"/>
                <a:gd name="connsiteY0" fmla="*/ 0 h 491743"/>
                <a:gd name="connsiteX1" fmla="*/ 210566 w 210566"/>
                <a:gd name="connsiteY1" fmla="*/ 388112 h 491743"/>
                <a:gd name="connsiteX2" fmla="*/ 0 w 210566"/>
                <a:gd name="connsiteY2" fmla="*/ 491744 h 491743"/>
                <a:gd name="connsiteX3" fmla="*/ 0 w 210566"/>
                <a:gd name="connsiteY3" fmla="*/ 103505 h 49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66" h="491743">
                  <a:moveTo>
                    <a:pt x="210566" y="0"/>
                  </a:moveTo>
                  <a:lnTo>
                    <a:pt x="210566" y="388112"/>
                  </a:lnTo>
                  <a:lnTo>
                    <a:pt x="0" y="491744"/>
                  </a:lnTo>
                  <a:lnTo>
                    <a:pt x="0" y="10350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A15648E-896A-7699-F6BF-434C18924E31}"/>
                </a:ext>
              </a:extLst>
            </p:cNvPr>
            <p:cNvSpPr/>
            <p:nvPr/>
          </p:nvSpPr>
          <p:spPr>
            <a:xfrm>
              <a:off x="10277982" y="1634235"/>
              <a:ext cx="57023" cy="309372"/>
            </a:xfrm>
            <a:custGeom>
              <a:avLst/>
              <a:gdLst>
                <a:gd name="connsiteX0" fmla="*/ 0 w 57023"/>
                <a:gd name="connsiteY0" fmla="*/ 0 h 309372"/>
                <a:gd name="connsiteX1" fmla="*/ 0 w 57023"/>
                <a:gd name="connsiteY1" fmla="*/ 309372 h 309372"/>
                <a:gd name="connsiteX2" fmla="*/ 57024 w 57023"/>
                <a:gd name="connsiteY2" fmla="*/ 281686 h 309372"/>
                <a:gd name="connsiteX3" fmla="*/ 57024 w 57023"/>
                <a:gd name="connsiteY3" fmla="*/ 28067 h 30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23" h="309372">
                  <a:moveTo>
                    <a:pt x="0" y="0"/>
                  </a:moveTo>
                  <a:lnTo>
                    <a:pt x="0" y="309372"/>
                  </a:lnTo>
                  <a:lnTo>
                    <a:pt x="57024" y="281686"/>
                  </a:lnTo>
                  <a:lnTo>
                    <a:pt x="57024" y="28067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6EF35CC-60E4-3B02-8CAF-A19F575A49F3}"/>
                </a:ext>
              </a:extLst>
            </p:cNvPr>
            <p:cNvSpPr/>
            <p:nvPr/>
          </p:nvSpPr>
          <p:spPr>
            <a:xfrm>
              <a:off x="9772395" y="1171321"/>
              <a:ext cx="154432" cy="1000124"/>
            </a:xfrm>
            <a:custGeom>
              <a:avLst/>
              <a:gdLst>
                <a:gd name="connsiteX0" fmla="*/ 154432 w 154432"/>
                <a:gd name="connsiteY0" fmla="*/ 0 h 1000124"/>
                <a:gd name="connsiteX1" fmla="*/ 0 w 154432"/>
                <a:gd name="connsiteY1" fmla="*/ 103251 h 1000124"/>
                <a:gd name="connsiteX2" fmla="*/ 0 w 154432"/>
                <a:gd name="connsiteY2" fmla="*/ 312674 h 1000124"/>
                <a:gd name="connsiteX3" fmla="*/ 107569 w 154432"/>
                <a:gd name="connsiteY3" fmla="*/ 365379 h 1000124"/>
                <a:gd name="connsiteX4" fmla="*/ 107569 w 154432"/>
                <a:gd name="connsiteY4" fmla="*/ 986155 h 1000124"/>
                <a:gd name="connsiteX5" fmla="*/ 154432 w 154432"/>
                <a:gd name="connsiteY5" fmla="*/ 1000125 h 100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32" h="1000124">
                  <a:moveTo>
                    <a:pt x="154432" y="0"/>
                  </a:moveTo>
                  <a:lnTo>
                    <a:pt x="0" y="103251"/>
                  </a:lnTo>
                  <a:lnTo>
                    <a:pt x="0" y="312674"/>
                  </a:lnTo>
                  <a:lnTo>
                    <a:pt x="107569" y="365379"/>
                  </a:lnTo>
                  <a:lnTo>
                    <a:pt x="107569" y="986155"/>
                  </a:lnTo>
                  <a:lnTo>
                    <a:pt x="154432" y="1000125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69F0BE2-A4E4-9CF8-4934-9130C9731A39}"/>
                </a:ext>
              </a:extLst>
            </p:cNvPr>
            <p:cNvSpPr/>
            <p:nvPr/>
          </p:nvSpPr>
          <p:spPr>
            <a:xfrm>
              <a:off x="10030968" y="1427607"/>
              <a:ext cx="201294" cy="516763"/>
            </a:xfrm>
            <a:custGeom>
              <a:avLst/>
              <a:gdLst>
                <a:gd name="connsiteX0" fmla="*/ 201295 w 201294"/>
                <a:gd name="connsiteY0" fmla="*/ 52705 h 516763"/>
                <a:gd name="connsiteX1" fmla="*/ 201295 w 201294"/>
                <a:gd name="connsiteY1" fmla="*/ 183642 h 516763"/>
                <a:gd name="connsiteX2" fmla="*/ 145034 w 201294"/>
                <a:gd name="connsiteY2" fmla="*/ 156210 h 516763"/>
                <a:gd name="connsiteX3" fmla="*/ 145034 w 201294"/>
                <a:gd name="connsiteY3" fmla="*/ 516763 h 516763"/>
                <a:gd name="connsiteX4" fmla="*/ 0 w 201294"/>
                <a:gd name="connsiteY4" fmla="*/ 446786 h 516763"/>
                <a:gd name="connsiteX5" fmla="*/ 0 w 201294"/>
                <a:gd name="connsiteY5" fmla="*/ 176657 h 516763"/>
                <a:gd name="connsiteX6" fmla="*/ 93599 w 201294"/>
                <a:gd name="connsiteY6" fmla="*/ 130810 h 516763"/>
                <a:gd name="connsiteX7" fmla="*/ 93599 w 201294"/>
                <a:gd name="connsiteY7" fmla="*/ 0 h 51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294" h="516763">
                  <a:moveTo>
                    <a:pt x="201295" y="52705"/>
                  </a:moveTo>
                  <a:lnTo>
                    <a:pt x="201295" y="183642"/>
                  </a:lnTo>
                  <a:lnTo>
                    <a:pt x="145034" y="156210"/>
                  </a:lnTo>
                  <a:lnTo>
                    <a:pt x="145034" y="516763"/>
                  </a:lnTo>
                  <a:lnTo>
                    <a:pt x="0" y="446786"/>
                  </a:lnTo>
                  <a:lnTo>
                    <a:pt x="0" y="176657"/>
                  </a:lnTo>
                  <a:lnTo>
                    <a:pt x="93599" y="130810"/>
                  </a:lnTo>
                  <a:lnTo>
                    <a:pt x="93599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7DFCC9C-72D8-DDF1-C3A0-6787D5BE2887}"/>
                </a:ext>
              </a:extLst>
            </p:cNvPr>
            <p:cNvSpPr/>
            <p:nvPr/>
          </p:nvSpPr>
          <p:spPr>
            <a:xfrm>
              <a:off x="9948544" y="2257298"/>
              <a:ext cx="521589" cy="133476"/>
            </a:xfrm>
            <a:custGeom>
              <a:avLst/>
              <a:gdLst>
                <a:gd name="connsiteX0" fmla="*/ 0 w 521589"/>
                <a:gd name="connsiteY0" fmla="*/ 44704 h 133476"/>
                <a:gd name="connsiteX1" fmla="*/ 208026 w 521589"/>
                <a:gd name="connsiteY1" fmla="*/ 133477 h 133476"/>
                <a:gd name="connsiteX2" fmla="*/ 521589 w 521589"/>
                <a:gd name="connsiteY2" fmla="*/ 133477 h 133476"/>
                <a:gd name="connsiteX3" fmla="*/ 104649 w 521589"/>
                <a:gd name="connsiteY3" fmla="*/ 0 h 13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589" h="133476">
                  <a:moveTo>
                    <a:pt x="0" y="44704"/>
                  </a:moveTo>
                  <a:lnTo>
                    <a:pt x="208026" y="133477"/>
                  </a:lnTo>
                  <a:lnTo>
                    <a:pt x="521589" y="133477"/>
                  </a:lnTo>
                  <a:lnTo>
                    <a:pt x="10464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42A0D05-B79D-B4A6-AC4E-CFDEF25D7B3A}"/>
                </a:ext>
              </a:extLst>
            </p:cNvPr>
            <p:cNvSpPr/>
            <p:nvPr/>
          </p:nvSpPr>
          <p:spPr>
            <a:xfrm>
              <a:off x="9521317" y="2119757"/>
              <a:ext cx="378840" cy="120650"/>
            </a:xfrm>
            <a:custGeom>
              <a:avLst/>
              <a:gdLst>
                <a:gd name="connsiteX0" fmla="*/ 69088 w 378840"/>
                <a:gd name="connsiteY0" fmla="*/ 0 h 120650"/>
                <a:gd name="connsiteX1" fmla="*/ 0 w 378840"/>
                <a:gd name="connsiteY1" fmla="*/ 0 h 120650"/>
                <a:gd name="connsiteX2" fmla="*/ 282828 w 378840"/>
                <a:gd name="connsiteY2" fmla="*/ 120650 h 120650"/>
                <a:gd name="connsiteX3" fmla="*/ 378840 w 378840"/>
                <a:gd name="connsiteY3" fmla="*/ 92075 h 12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840" h="120650">
                  <a:moveTo>
                    <a:pt x="69088" y="0"/>
                  </a:moveTo>
                  <a:lnTo>
                    <a:pt x="0" y="0"/>
                  </a:lnTo>
                  <a:lnTo>
                    <a:pt x="282828" y="120650"/>
                  </a:lnTo>
                  <a:lnTo>
                    <a:pt x="378840" y="9207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3A8465-2469-0249-A009-34E9BDF34475}"/>
                </a:ext>
              </a:extLst>
            </p:cNvPr>
            <p:cNvSpPr/>
            <p:nvPr/>
          </p:nvSpPr>
          <p:spPr>
            <a:xfrm>
              <a:off x="9386823" y="2119757"/>
              <a:ext cx="948055" cy="271017"/>
            </a:xfrm>
            <a:custGeom>
              <a:avLst/>
              <a:gdLst>
                <a:gd name="connsiteX0" fmla="*/ 878967 w 948055"/>
                <a:gd name="connsiteY0" fmla="*/ 0 h 271017"/>
                <a:gd name="connsiteX1" fmla="*/ 574421 w 948055"/>
                <a:gd name="connsiteY1" fmla="*/ 90551 h 271017"/>
                <a:gd name="connsiteX2" fmla="*/ 541274 w 948055"/>
                <a:gd name="connsiteY2" fmla="*/ 100457 h 271017"/>
                <a:gd name="connsiteX3" fmla="*/ 440309 w 948055"/>
                <a:gd name="connsiteY3" fmla="*/ 130429 h 271017"/>
                <a:gd name="connsiteX4" fmla="*/ 430657 w 948055"/>
                <a:gd name="connsiteY4" fmla="*/ 133350 h 271017"/>
                <a:gd name="connsiteX5" fmla="*/ 0 w 948055"/>
                <a:gd name="connsiteY5" fmla="*/ 271018 h 271017"/>
                <a:gd name="connsiteX6" fmla="*/ 312801 w 948055"/>
                <a:gd name="connsiteY6" fmla="*/ 271018 h 271017"/>
                <a:gd name="connsiteX7" fmla="*/ 526796 w 948055"/>
                <a:gd name="connsiteY7" fmla="*/ 179705 h 271017"/>
                <a:gd name="connsiteX8" fmla="*/ 541274 w 948055"/>
                <a:gd name="connsiteY8" fmla="*/ 173482 h 271017"/>
                <a:gd name="connsiteX9" fmla="*/ 642239 w 948055"/>
                <a:gd name="connsiteY9" fmla="*/ 130429 h 271017"/>
                <a:gd name="connsiteX10" fmla="*/ 670687 w 948055"/>
                <a:gd name="connsiteY10" fmla="*/ 118364 h 271017"/>
                <a:gd name="connsiteX11" fmla="*/ 948055 w 948055"/>
                <a:gd name="connsiteY11" fmla="*/ 0 h 27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8055" h="271017">
                  <a:moveTo>
                    <a:pt x="878967" y="0"/>
                  </a:moveTo>
                  <a:lnTo>
                    <a:pt x="574421" y="90551"/>
                  </a:lnTo>
                  <a:lnTo>
                    <a:pt x="541274" y="100457"/>
                  </a:lnTo>
                  <a:lnTo>
                    <a:pt x="440309" y="130429"/>
                  </a:lnTo>
                  <a:lnTo>
                    <a:pt x="430657" y="133350"/>
                  </a:lnTo>
                  <a:lnTo>
                    <a:pt x="0" y="271018"/>
                  </a:lnTo>
                  <a:lnTo>
                    <a:pt x="312801" y="271018"/>
                  </a:lnTo>
                  <a:lnTo>
                    <a:pt x="526796" y="179705"/>
                  </a:lnTo>
                  <a:lnTo>
                    <a:pt x="541274" y="173482"/>
                  </a:lnTo>
                  <a:lnTo>
                    <a:pt x="642239" y="130429"/>
                  </a:lnTo>
                  <a:lnTo>
                    <a:pt x="670687" y="118364"/>
                  </a:lnTo>
                  <a:lnTo>
                    <a:pt x="948055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AD7065F-5D84-612D-A96B-DDD383620FAF}"/>
                </a:ext>
              </a:extLst>
            </p:cNvPr>
            <p:cNvSpPr/>
            <p:nvPr/>
          </p:nvSpPr>
          <p:spPr>
            <a:xfrm>
              <a:off x="9757156" y="2523617"/>
              <a:ext cx="576898" cy="192865"/>
            </a:xfrm>
            <a:custGeom>
              <a:avLst/>
              <a:gdLst>
                <a:gd name="connsiteX0" fmla="*/ 518287 w 576898"/>
                <a:gd name="connsiteY0" fmla="*/ 186436 h 192865"/>
                <a:gd name="connsiteX1" fmla="*/ 570484 w 576898"/>
                <a:gd name="connsiteY1" fmla="*/ 134112 h 192865"/>
                <a:gd name="connsiteX2" fmla="*/ 573912 w 576898"/>
                <a:gd name="connsiteY2" fmla="*/ 70485 h 192865"/>
                <a:gd name="connsiteX3" fmla="*/ 531875 w 576898"/>
                <a:gd name="connsiteY3" fmla="*/ 13589 h 192865"/>
                <a:gd name="connsiteX4" fmla="*/ 482092 w 576898"/>
                <a:gd name="connsiteY4" fmla="*/ 1778 h 192865"/>
                <a:gd name="connsiteX5" fmla="*/ 444753 w 576898"/>
                <a:gd name="connsiteY5" fmla="*/ 7874 h 192865"/>
                <a:gd name="connsiteX6" fmla="*/ 392811 w 576898"/>
                <a:gd name="connsiteY6" fmla="*/ 59944 h 192865"/>
                <a:gd name="connsiteX7" fmla="*/ 387476 w 576898"/>
                <a:gd name="connsiteY7" fmla="*/ 83058 h 192865"/>
                <a:gd name="connsiteX8" fmla="*/ 387350 w 576898"/>
                <a:gd name="connsiteY8" fmla="*/ 83312 h 192865"/>
                <a:gd name="connsiteX9" fmla="*/ 384810 w 576898"/>
                <a:gd name="connsiteY9" fmla="*/ 100965 h 192865"/>
                <a:gd name="connsiteX10" fmla="*/ 378460 w 576898"/>
                <a:gd name="connsiteY10" fmla="*/ 112903 h 192865"/>
                <a:gd name="connsiteX11" fmla="*/ 369950 w 576898"/>
                <a:gd name="connsiteY11" fmla="*/ 119253 h 192865"/>
                <a:gd name="connsiteX12" fmla="*/ 360552 w 576898"/>
                <a:gd name="connsiteY12" fmla="*/ 121666 h 192865"/>
                <a:gd name="connsiteX13" fmla="*/ 252602 w 576898"/>
                <a:gd name="connsiteY13" fmla="*/ 121666 h 192865"/>
                <a:gd name="connsiteX14" fmla="*/ 250571 w 576898"/>
                <a:gd name="connsiteY14" fmla="*/ 121666 h 192865"/>
                <a:gd name="connsiteX15" fmla="*/ 185927 w 576898"/>
                <a:gd name="connsiteY15" fmla="*/ 121666 h 192865"/>
                <a:gd name="connsiteX16" fmla="*/ 185927 w 576898"/>
                <a:gd name="connsiteY16" fmla="*/ 88646 h 192865"/>
                <a:gd name="connsiteX17" fmla="*/ 181737 w 576898"/>
                <a:gd name="connsiteY17" fmla="*/ 51816 h 192865"/>
                <a:gd name="connsiteX18" fmla="*/ 167259 w 576898"/>
                <a:gd name="connsiteY18" fmla="*/ 24003 h 192865"/>
                <a:gd name="connsiteX19" fmla="*/ 138684 w 576898"/>
                <a:gd name="connsiteY19" fmla="*/ 5588 h 192865"/>
                <a:gd name="connsiteX20" fmla="*/ 98171 w 576898"/>
                <a:gd name="connsiteY20" fmla="*/ 0 h 192865"/>
                <a:gd name="connsiteX21" fmla="*/ 42290 w 576898"/>
                <a:gd name="connsiteY21" fmla="*/ 0 h 192865"/>
                <a:gd name="connsiteX22" fmla="*/ 42290 w 576898"/>
                <a:gd name="connsiteY22" fmla="*/ 44958 h 192865"/>
                <a:gd name="connsiteX23" fmla="*/ 104901 w 576898"/>
                <a:gd name="connsiteY23" fmla="*/ 44958 h 192865"/>
                <a:gd name="connsiteX24" fmla="*/ 120776 w 576898"/>
                <a:gd name="connsiteY24" fmla="*/ 48387 h 192865"/>
                <a:gd name="connsiteX25" fmla="*/ 132207 w 576898"/>
                <a:gd name="connsiteY25" fmla="*/ 57277 h 192865"/>
                <a:gd name="connsiteX26" fmla="*/ 138811 w 576898"/>
                <a:gd name="connsiteY26" fmla="*/ 69977 h 192865"/>
                <a:gd name="connsiteX27" fmla="*/ 140843 w 576898"/>
                <a:gd name="connsiteY27" fmla="*/ 86868 h 192865"/>
                <a:gd name="connsiteX28" fmla="*/ 140843 w 576898"/>
                <a:gd name="connsiteY28" fmla="*/ 121920 h 192865"/>
                <a:gd name="connsiteX29" fmla="*/ 117348 w 576898"/>
                <a:gd name="connsiteY29" fmla="*/ 121920 h 192865"/>
                <a:gd name="connsiteX30" fmla="*/ 0 w 576898"/>
                <a:gd name="connsiteY30" fmla="*/ 121920 h 192865"/>
                <a:gd name="connsiteX31" fmla="*/ 0 w 576898"/>
                <a:gd name="connsiteY31" fmla="*/ 166878 h 192865"/>
                <a:gd name="connsiteX32" fmla="*/ 186944 w 576898"/>
                <a:gd name="connsiteY32" fmla="*/ 166878 h 192865"/>
                <a:gd name="connsiteX33" fmla="*/ 186944 w 576898"/>
                <a:gd name="connsiteY33" fmla="*/ 166624 h 192865"/>
                <a:gd name="connsiteX34" fmla="*/ 249809 w 576898"/>
                <a:gd name="connsiteY34" fmla="*/ 166624 h 192865"/>
                <a:gd name="connsiteX35" fmla="*/ 252349 w 576898"/>
                <a:gd name="connsiteY35" fmla="*/ 166878 h 192865"/>
                <a:gd name="connsiteX36" fmla="*/ 348742 w 576898"/>
                <a:gd name="connsiteY36" fmla="*/ 166878 h 192865"/>
                <a:gd name="connsiteX37" fmla="*/ 361569 w 576898"/>
                <a:gd name="connsiteY37" fmla="*/ 165989 h 192865"/>
                <a:gd name="connsiteX38" fmla="*/ 374776 w 576898"/>
                <a:gd name="connsiteY38" fmla="*/ 162814 h 192865"/>
                <a:gd name="connsiteX39" fmla="*/ 387223 w 576898"/>
                <a:gd name="connsiteY39" fmla="*/ 156083 h 192865"/>
                <a:gd name="connsiteX40" fmla="*/ 397256 w 576898"/>
                <a:gd name="connsiteY40" fmla="*/ 145288 h 192865"/>
                <a:gd name="connsiteX41" fmla="*/ 443992 w 576898"/>
                <a:gd name="connsiteY41" fmla="*/ 186436 h 192865"/>
                <a:gd name="connsiteX42" fmla="*/ 518287 w 576898"/>
                <a:gd name="connsiteY42" fmla="*/ 186436 h 192865"/>
                <a:gd name="connsiteX43" fmla="*/ 441706 w 576898"/>
                <a:gd name="connsiteY43" fmla="*/ 128778 h 192865"/>
                <a:gd name="connsiteX44" fmla="*/ 434975 w 576898"/>
                <a:gd name="connsiteY44" fmla="*/ 93218 h 192865"/>
                <a:gd name="connsiteX45" fmla="*/ 446024 w 576898"/>
                <a:gd name="connsiteY45" fmla="*/ 57277 h 192865"/>
                <a:gd name="connsiteX46" fmla="*/ 519557 w 576898"/>
                <a:gd name="connsiteY46" fmla="*/ 60579 h 192865"/>
                <a:gd name="connsiteX47" fmla="*/ 528574 w 576898"/>
                <a:gd name="connsiteY47" fmla="*/ 102997 h 192865"/>
                <a:gd name="connsiteX48" fmla="*/ 521335 w 576898"/>
                <a:gd name="connsiteY48" fmla="*/ 130683 h 192865"/>
                <a:gd name="connsiteX49" fmla="*/ 481711 w 576898"/>
                <a:gd name="connsiteY49" fmla="*/ 154813 h 192865"/>
                <a:gd name="connsiteX50" fmla="*/ 441706 w 576898"/>
                <a:gd name="connsiteY50" fmla="*/ 128778 h 19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6898" h="192865">
                  <a:moveTo>
                    <a:pt x="518287" y="186436"/>
                  </a:moveTo>
                  <a:cubicBezTo>
                    <a:pt x="543940" y="177292"/>
                    <a:pt x="561339" y="159639"/>
                    <a:pt x="570484" y="134112"/>
                  </a:cubicBezTo>
                  <a:cubicBezTo>
                    <a:pt x="577976" y="113284"/>
                    <a:pt x="578612" y="91821"/>
                    <a:pt x="573912" y="70485"/>
                  </a:cubicBezTo>
                  <a:cubicBezTo>
                    <a:pt x="568325" y="45466"/>
                    <a:pt x="554862" y="26035"/>
                    <a:pt x="531875" y="13589"/>
                  </a:cubicBezTo>
                  <a:cubicBezTo>
                    <a:pt x="516255" y="5080"/>
                    <a:pt x="499490" y="2032"/>
                    <a:pt x="482092" y="1778"/>
                  </a:cubicBezTo>
                  <a:cubicBezTo>
                    <a:pt x="469137" y="1905"/>
                    <a:pt x="456692" y="3556"/>
                    <a:pt x="444753" y="7874"/>
                  </a:cubicBezTo>
                  <a:cubicBezTo>
                    <a:pt x="419226" y="17018"/>
                    <a:pt x="401700" y="34290"/>
                    <a:pt x="392811" y="59944"/>
                  </a:cubicBezTo>
                  <a:cubicBezTo>
                    <a:pt x="390144" y="67691"/>
                    <a:pt x="388493" y="75311"/>
                    <a:pt x="387476" y="83058"/>
                  </a:cubicBezTo>
                  <a:cubicBezTo>
                    <a:pt x="387476" y="83185"/>
                    <a:pt x="387350" y="83185"/>
                    <a:pt x="387350" y="83312"/>
                  </a:cubicBezTo>
                  <a:cubicBezTo>
                    <a:pt x="386334" y="90678"/>
                    <a:pt x="386587" y="96012"/>
                    <a:pt x="384810" y="100965"/>
                  </a:cubicBezTo>
                  <a:cubicBezTo>
                    <a:pt x="383159" y="105918"/>
                    <a:pt x="381000" y="109855"/>
                    <a:pt x="378460" y="112903"/>
                  </a:cubicBezTo>
                  <a:cubicBezTo>
                    <a:pt x="375920" y="115824"/>
                    <a:pt x="372999" y="117983"/>
                    <a:pt x="369950" y="119253"/>
                  </a:cubicBezTo>
                  <a:cubicBezTo>
                    <a:pt x="366775" y="120523"/>
                    <a:pt x="363727" y="121666"/>
                    <a:pt x="360552" y="121666"/>
                  </a:cubicBezTo>
                  <a:lnTo>
                    <a:pt x="252602" y="121666"/>
                  </a:lnTo>
                  <a:cubicBezTo>
                    <a:pt x="251840" y="121666"/>
                    <a:pt x="251333" y="121666"/>
                    <a:pt x="250571" y="121666"/>
                  </a:cubicBezTo>
                  <a:lnTo>
                    <a:pt x="185927" y="121666"/>
                  </a:lnTo>
                  <a:lnTo>
                    <a:pt x="185927" y="88646"/>
                  </a:lnTo>
                  <a:cubicBezTo>
                    <a:pt x="185927" y="75311"/>
                    <a:pt x="184531" y="63119"/>
                    <a:pt x="181737" y="51816"/>
                  </a:cubicBezTo>
                  <a:cubicBezTo>
                    <a:pt x="178943" y="40513"/>
                    <a:pt x="174117" y="31369"/>
                    <a:pt x="167259" y="24003"/>
                  </a:cubicBezTo>
                  <a:cubicBezTo>
                    <a:pt x="159131" y="15494"/>
                    <a:pt x="149606" y="9271"/>
                    <a:pt x="138684" y="5588"/>
                  </a:cubicBezTo>
                  <a:cubicBezTo>
                    <a:pt x="127762" y="1905"/>
                    <a:pt x="112775" y="0"/>
                    <a:pt x="98171" y="0"/>
                  </a:cubicBezTo>
                  <a:lnTo>
                    <a:pt x="42290" y="0"/>
                  </a:lnTo>
                  <a:lnTo>
                    <a:pt x="42290" y="44958"/>
                  </a:lnTo>
                  <a:lnTo>
                    <a:pt x="104901" y="44958"/>
                  </a:lnTo>
                  <a:cubicBezTo>
                    <a:pt x="110744" y="44958"/>
                    <a:pt x="115950" y="46101"/>
                    <a:pt x="120776" y="48387"/>
                  </a:cubicBezTo>
                  <a:cubicBezTo>
                    <a:pt x="125602" y="50673"/>
                    <a:pt x="129412" y="53594"/>
                    <a:pt x="132207" y="57277"/>
                  </a:cubicBezTo>
                  <a:cubicBezTo>
                    <a:pt x="135255" y="60960"/>
                    <a:pt x="137413" y="65151"/>
                    <a:pt x="138811" y="69977"/>
                  </a:cubicBezTo>
                  <a:cubicBezTo>
                    <a:pt x="140208" y="74803"/>
                    <a:pt x="140843" y="80391"/>
                    <a:pt x="140843" y="86868"/>
                  </a:cubicBezTo>
                  <a:lnTo>
                    <a:pt x="140843" y="121920"/>
                  </a:lnTo>
                  <a:lnTo>
                    <a:pt x="117348" y="121920"/>
                  </a:lnTo>
                  <a:lnTo>
                    <a:pt x="0" y="121920"/>
                  </a:lnTo>
                  <a:lnTo>
                    <a:pt x="0" y="166878"/>
                  </a:lnTo>
                  <a:lnTo>
                    <a:pt x="186944" y="166878"/>
                  </a:lnTo>
                  <a:lnTo>
                    <a:pt x="186944" y="166624"/>
                  </a:lnTo>
                  <a:lnTo>
                    <a:pt x="249809" y="166624"/>
                  </a:lnTo>
                  <a:cubicBezTo>
                    <a:pt x="250698" y="166751"/>
                    <a:pt x="251460" y="166878"/>
                    <a:pt x="252349" y="166878"/>
                  </a:cubicBezTo>
                  <a:lnTo>
                    <a:pt x="348742" y="166878"/>
                  </a:lnTo>
                  <a:cubicBezTo>
                    <a:pt x="352678" y="166878"/>
                    <a:pt x="356997" y="166624"/>
                    <a:pt x="361569" y="165989"/>
                  </a:cubicBezTo>
                  <a:cubicBezTo>
                    <a:pt x="366140" y="165354"/>
                    <a:pt x="370459" y="164338"/>
                    <a:pt x="374776" y="162814"/>
                  </a:cubicBezTo>
                  <a:cubicBezTo>
                    <a:pt x="379095" y="161290"/>
                    <a:pt x="383159" y="159004"/>
                    <a:pt x="387223" y="156083"/>
                  </a:cubicBezTo>
                  <a:cubicBezTo>
                    <a:pt x="391160" y="153289"/>
                    <a:pt x="394462" y="149733"/>
                    <a:pt x="397256" y="145288"/>
                  </a:cubicBezTo>
                  <a:cubicBezTo>
                    <a:pt x="406781" y="164973"/>
                    <a:pt x="422656" y="178816"/>
                    <a:pt x="443992" y="186436"/>
                  </a:cubicBezTo>
                  <a:cubicBezTo>
                    <a:pt x="468757" y="194945"/>
                    <a:pt x="493649" y="195072"/>
                    <a:pt x="518287" y="186436"/>
                  </a:cubicBezTo>
                  <a:moveTo>
                    <a:pt x="441706" y="128778"/>
                  </a:moveTo>
                  <a:cubicBezTo>
                    <a:pt x="436625" y="118618"/>
                    <a:pt x="434975" y="107569"/>
                    <a:pt x="434975" y="93218"/>
                  </a:cubicBezTo>
                  <a:cubicBezTo>
                    <a:pt x="435101" y="82296"/>
                    <a:pt x="437514" y="68961"/>
                    <a:pt x="446024" y="57277"/>
                  </a:cubicBezTo>
                  <a:cubicBezTo>
                    <a:pt x="464312" y="32004"/>
                    <a:pt x="503427" y="33782"/>
                    <a:pt x="519557" y="60579"/>
                  </a:cubicBezTo>
                  <a:cubicBezTo>
                    <a:pt x="527431" y="73660"/>
                    <a:pt x="529589" y="88138"/>
                    <a:pt x="528574" y="102997"/>
                  </a:cubicBezTo>
                  <a:cubicBezTo>
                    <a:pt x="527938" y="112649"/>
                    <a:pt x="525907" y="122047"/>
                    <a:pt x="521335" y="130683"/>
                  </a:cubicBezTo>
                  <a:cubicBezTo>
                    <a:pt x="512952" y="146558"/>
                    <a:pt x="499618" y="154940"/>
                    <a:pt x="481711" y="154813"/>
                  </a:cubicBezTo>
                  <a:cubicBezTo>
                    <a:pt x="462914" y="154686"/>
                    <a:pt x="449834" y="145161"/>
                    <a:pt x="441706" y="12877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F28A1A6-62D6-98BC-37BB-BC11EAE32AB4}"/>
                </a:ext>
              </a:extLst>
            </p:cNvPr>
            <p:cNvSpPr/>
            <p:nvPr/>
          </p:nvSpPr>
          <p:spPr>
            <a:xfrm>
              <a:off x="9598279" y="2479294"/>
              <a:ext cx="44323" cy="44323"/>
            </a:xfrm>
            <a:custGeom>
              <a:avLst/>
              <a:gdLst>
                <a:gd name="connsiteX0" fmla="*/ 0 w 44323"/>
                <a:gd name="connsiteY0" fmla="*/ 0 h 44323"/>
                <a:gd name="connsiteX1" fmla="*/ 44323 w 44323"/>
                <a:gd name="connsiteY1" fmla="*/ 0 h 44323"/>
                <a:gd name="connsiteX2" fmla="*/ 44323 w 44323"/>
                <a:gd name="connsiteY2" fmla="*/ 44323 h 44323"/>
                <a:gd name="connsiteX3" fmla="*/ 0 w 44323"/>
                <a:gd name="connsiteY3" fmla="*/ 44323 h 4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3" h="44323">
                  <a:moveTo>
                    <a:pt x="0" y="0"/>
                  </a:moveTo>
                  <a:lnTo>
                    <a:pt x="44323" y="0"/>
                  </a:lnTo>
                  <a:lnTo>
                    <a:pt x="44323" y="44323"/>
                  </a:lnTo>
                  <a:lnTo>
                    <a:pt x="0" y="44323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B042911-0471-5165-BE38-A432FB4FE66C}"/>
                </a:ext>
              </a:extLst>
            </p:cNvPr>
            <p:cNvSpPr/>
            <p:nvPr/>
          </p:nvSpPr>
          <p:spPr>
            <a:xfrm>
              <a:off x="9521570" y="2523998"/>
              <a:ext cx="199263" cy="192404"/>
            </a:xfrm>
            <a:custGeom>
              <a:avLst/>
              <a:gdLst>
                <a:gd name="connsiteX0" fmla="*/ 154051 w 199263"/>
                <a:gd name="connsiteY0" fmla="*/ 0 h 192404"/>
                <a:gd name="connsiteX1" fmla="*/ 154051 w 199263"/>
                <a:gd name="connsiteY1" fmla="*/ 78994 h 192404"/>
                <a:gd name="connsiteX2" fmla="*/ 154051 w 199263"/>
                <a:gd name="connsiteY2" fmla="*/ 94234 h 192404"/>
                <a:gd name="connsiteX3" fmla="*/ 151003 w 199263"/>
                <a:gd name="connsiteY3" fmla="*/ 118745 h 192404"/>
                <a:gd name="connsiteX4" fmla="*/ 140589 w 199263"/>
                <a:gd name="connsiteY4" fmla="*/ 135255 h 192404"/>
                <a:gd name="connsiteX5" fmla="*/ 119635 w 199263"/>
                <a:gd name="connsiteY5" fmla="*/ 144907 h 192404"/>
                <a:gd name="connsiteX6" fmla="*/ 99441 w 199263"/>
                <a:gd name="connsiteY6" fmla="*/ 147193 h 192404"/>
                <a:gd name="connsiteX7" fmla="*/ 79248 w 199263"/>
                <a:gd name="connsiteY7" fmla="*/ 144907 h 192404"/>
                <a:gd name="connsiteX8" fmla="*/ 58420 w 199263"/>
                <a:gd name="connsiteY8" fmla="*/ 135255 h 192404"/>
                <a:gd name="connsiteX9" fmla="*/ 48006 w 199263"/>
                <a:gd name="connsiteY9" fmla="*/ 118745 h 192404"/>
                <a:gd name="connsiteX10" fmla="*/ 44958 w 199263"/>
                <a:gd name="connsiteY10" fmla="*/ 94234 h 192404"/>
                <a:gd name="connsiteX11" fmla="*/ 44958 w 199263"/>
                <a:gd name="connsiteY11" fmla="*/ 78994 h 192404"/>
                <a:gd name="connsiteX12" fmla="*/ 44958 w 199263"/>
                <a:gd name="connsiteY12" fmla="*/ 0 h 192404"/>
                <a:gd name="connsiteX13" fmla="*/ 0 w 199263"/>
                <a:gd name="connsiteY13" fmla="*/ 0 h 192404"/>
                <a:gd name="connsiteX14" fmla="*/ 0 w 199263"/>
                <a:gd name="connsiteY14" fmla="*/ 99695 h 192404"/>
                <a:gd name="connsiteX15" fmla="*/ 4826 w 199263"/>
                <a:gd name="connsiteY15" fmla="*/ 137160 h 192404"/>
                <a:gd name="connsiteX16" fmla="*/ 21590 w 199263"/>
                <a:gd name="connsiteY16" fmla="*/ 166243 h 192404"/>
                <a:gd name="connsiteX17" fmla="*/ 37211 w 199263"/>
                <a:gd name="connsiteY17" fmla="*/ 178308 h 192404"/>
                <a:gd name="connsiteX18" fmla="*/ 55373 w 199263"/>
                <a:gd name="connsiteY18" fmla="*/ 186436 h 192404"/>
                <a:gd name="connsiteX19" fmla="*/ 77089 w 199263"/>
                <a:gd name="connsiteY19" fmla="*/ 191135 h 192404"/>
                <a:gd name="connsiteX20" fmla="*/ 95886 w 199263"/>
                <a:gd name="connsiteY20" fmla="*/ 192405 h 192404"/>
                <a:gd name="connsiteX21" fmla="*/ 99568 w 199263"/>
                <a:gd name="connsiteY21" fmla="*/ 192405 h 192404"/>
                <a:gd name="connsiteX22" fmla="*/ 103378 w 199263"/>
                <a:gd name="connsiteY22" fmla="*/ 192405 h 192404"/>
                <a:gd name="connsiteX23" fmla="*/ 122174 w 199263"/>
                <a:gd name="connsiteY23" fmla="*/ 191135 h 192404"/>
                <a:gd name="connsiteX24" fmla="*/ 143891 w 199263"/>
                <a:gd name="connsiteY24" fmla="*/ 186436 h 192404"/>
                <a:gd name="connsiteX25" fmla="*/ 162052 w 199263"/>
                <a:gd name="connsiteY25" fmla="*/ 178308 h 192404"/>
                <a:gd name="connsiteX26" fmla="*/ 177673 w 199263"/>
                <a:gd name="connsiteY26" fmla="*/ 166243 h 192404"/>
                <a:gd name="connsiteX27" fmla="*/ 194437 w 199263"/>
                <a:gd name="connsiteY27" fmla="*/ 137160 h 192404"/>
                <a:gd name="connsiteX28" fmla="*/ 199263 w 199263"/>
                <a:gd name="connsiteY28" fmla="*/ 99695 h 192404"/>
                <a:gd name="connsiteX29" fmla="*/ 199263 w 199263"/>
                <a:gd name="connsiteY29" fmla="*/ 0 h 192404"/>
                <a:gd name="connsiteX30" fmla="*/ 154051 w 199263"/>
                <a:gd name="connsiteY30" fmla="*/ 0 h 19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9263" h="192404">
                  <a:moveTo>
                    <a:pt x="154051" y="0"/>
                  </a:moveTo>
                  <a:lnTo>
                    <a:pt x="154051" y="78994"/>
                  </a:lnTo>
                  <a:lnTo>
                    <a:pt x="154051" y="94234"/>
                  </a:lnTo>
                  <a:cubicBezTo>
                    <a:pt x="154051" y="103886"/>
                    <a:pt x="153036" y="112014"/>
                    <a:pt x="151003" y="118745"/>
                  </a:cubicBezTo>
                  <a:cubicBezTo>
                    <a:pt x="148972" y="125476"/>
                    <a:pt x="145415" y="131064"/>
                    <a:pt x="140589" y="135255"/>
                  </a:cubicBezTo>
                  <a:cubicBezTo>
                    <a:pt x="135001" y="139954"/>
                    <a:pt x="128016" y="143129"/>
                    <a:pt x="119635" y="144907"/>
                  </a:cubicBezTo>
                  <a:cubicBezTo>
                    <a:pt x="113285" y="146177"/>
                    <a:pt x="106553" y="147193"/>
                    <a:pt x="99441" y="147193"/>
                  </a:cubicBezTo>
                  <a:cubicBezTo>
                    <a:pt x="92329" y="147193"/>
                    <a:pt x="85598" y="146177"/>
                    <a:pt x="79248" y="144907"/>
                  </a:cubicBezTo>
                  <a:cubicBezTo>
                    <a:pt x="70866" y="143129"/>
                    <a:pt x="63881" y="139954"/>
                    <a:pt x="58420" y="135255"/>
                  </a:cubicBezTo>
                  <a:cubicBezTo>
                    <a:pt x="53467" y="130937"/>
                    <a:pt x="50038" y="125476"/>
                    <a:pt x="48006" y="118745"/>
                  </a:cubicBezTo>
                  <a:cubicBezTo>
                    <a:pt x="45974" y="112014"/>
                    <a:pt x="44958" y="103759"/>
                    <a:pt x="44958" y="94234"/>
                  </a:cubicBezTo>
                  <a:lnTo>
                    <a:pt x="44958" y="78994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99695"/>
                  </a:lnTo>
                  <a:cubicBezTo>
                    <a:pt x="0" y="112776"/>
                    <a:pt x="1651" y="125222"/>
                    <a:pt x="4826" y="137160"/>
                  </a:cubicBezTo>
                  <a:cubicBezTo>
                    <a:pt x="8001" y="148971"/>
                    <a:pt x="13589" y="158750"/>
                    <a:pt x="21590" y="166243"/>
                  </a:cubicBezTo>
                  <a:cubicBezTo>
                    <a:pt x="26543" y="170942"/>
                    <a:pt x="31750" y="175006"/>
                    <a:pt x="37211" y="178308"/>
                  </a:cubicBezTo>
                  <a:cubicBezTo>
                    <a:pt x="42673" y="181610"/>
                    <a:pt x="48768" y="184404"/>
                    <a:pt x="55373" y="186436"/>
                  </a:cubicBezTo>
                  <a:cubicBezTo>
                    <a:pt x="61976" y="188595"/>
                    <a:pt x="69215" y="190119"/>
                    <a:pt x="77089" y="191135"/>
                  </a:cubicBezTo>
                  <a:cubicBezTo>
                    <a:pt x="82804" y="191897"/>
                    <a:pt x="89281" y="192151"/>
                    <a:pt x="95886" y="192405"/>
                  </a:cubicBezTo>
                  <a:cubicBezTo>
                    <a:pt x="95886" y="192405"/>
                    <a:pt x="98425" y="192405"/>
                    <a:pt x="99568" y="192405"/>
                  </a:cubicBezTo>
                  <a:cubicBezTo>
                    <a:pt x="100838" y="192405"/>
                    <a:pt x="103378" y="192405"/>
                    <a:pt x="103378" y="192405"/>
                  </a:cubicBezTo>
                  <a:cubicBezTo>
                    <a:pt x="110110" y="192278"/>
                    <a:pt x="116460" y="191897"/>
                    <a:pt x="122174" y="191135"/>
                  </a:cubicBezTo>
                  <a:cubicBezTo>
                    <a:pt x="130048" y="190119"/>
                    <a:pt x="137287" y="188595"/>
                    <a:pt x="143891" y="186436"/>
                  </a:cubicBezTo>
                  <a:cubicBezTo>
                    <a:pt x="150495" y="184277"/>
                    <a:pt x="156591" y="181610"/>
                    <a:pt x="162052" y="178308"/>
                  </a:cubicBezTo>
                  <a:cubicBezTo>
                    <a:pt x="167513" y="175006"/>
                    <a:pt x="172720" y="170942"/>
                    <a:pt x="177673" y="166243"/>
                  </a:cubicBezTo>
                  <a:cubicBezTo>
                    <a:pt x="185548" y="158750"/>
                    <a:pt x="191136" y="149098"/>
                    <a:pt x="194437" y="137160"/>
                  </a:cubicBezTo>
                  <a:cubicBezTo>
                    <a:pt x="197612" y="125222"/>
                    <a:pt x="199263" y="112776"/>
                    <a:pt x="199263" y="99695"/>
                  </a:cubicBezTo>
                  <a:lnTo>
                    <a:pt x="199263" y="0"/>
                  </a:lnTo>
                  <a:lnTo>
                    <a:pt x="154051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</p:spTree>
    <p:extLst>
      <p:ext uri="{BB962C8B-B14F-4D97-AF65-F5344CB8AC3E}">
        <p14:creationId xmlns:p14="http://schemas.microsoft.com/office/powerpoint/2010/main" val="34641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F0397-9AC0-4244-6893-7543E7D64195}"/>
              </a:ext>
            </a:extLst>
          </p:cNvPr>
          <p:cNvGrpSpPr/>
          <p:nvPr userDrawn="1"/>
        </p:nvGrpSpPr>
        <p:grpSpPr>
          <a:xfrm>
            <a:off x="-5423" y="5842000"/>
            <a:ext cx="3175418" cy="4084402"/>
            <a:chOff x="-9639" y="4340326"/>
            <a:chExt cx="2491276" cy="253179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CE77EA8-95D7-E97F-EA9A-FA4FCEB71200}"/>
                </a:ext>
              </a:extLst>
            </p:cNvPr>
            <p:cNvSpPr/>
            <p:nvPr/>
          </p:nvSpPr>
          <p:spPr>
            <a:xfrm>
              <a:off x="441434" y="6231323"/>
              <a:ext cx="803531" cy="640799"/>
            </a:xfrm>
            <a:custGeom>
              <a:avLst/>
              <a:gdLst>
                <a:gd name="connsiteX0" fmla="*/ 0 w 803531"/>
                <a:gd name="connsiteY0" fmla="*/ 640799 h 640799"/>
                <a:gd name="connsiteX1" fmla="*/ 803532 w 803531"/>
                <a:gd name="connsiteY1" fmla="*/ 640799 h 640799"/>
                <a:gd name="connsiteX2" fmla="*/ 0 w 803531"/>
                <a:gd name="connsiteY2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3531" h="640799">
                  <a:moveTo>
                    <a:pt x="0" y="640799"/>
                  </a:moveTo>
                  <a:lnTo>
                    <a:pt x="803532" y="640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B1D8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547200C-A39A-CB1D-BFC7-97942638080B}"/>
                </a:ext>
              </a:extLst>
            </p:cNvPr>
            <p:cNvSpPr/>
            <p:nvPr/>
          </p:nvSpPr>
          <p:spPr>
            <a:xfrm>
              <a:off x="500604" y="5290085"/>
              <a:ext cx="806690" cy="1582037"/>
            </a:xfrm>
            <a:custGeom>
              <a:avLst/>
              <a:gdLst>
                <a:gd name="connsiteX0" fmla="*/ 444103 w 806690"/>
                <a:gd name="connsiteY0" fmla="*/ 0 h 1582037"/>
                <a:gd name="connsiteX1" fmla="*/ 0 w 806690"/>
                <a:gd name="connsiteY1" fmla="*/ 240196 h 1582037"/>
                <a:gd name="connsiteX2" fmla="*/ 0 w 806690"/>
                <a:gd name="connsiteY2" fmla="*/ 753241 h 1582037"/>
                <a:gd name="connsiteX3" fmla="*/ 123941 w 806690"/>
                <a:gd name="connsiteY3" fmla="*/ 686324 h 1582037"/>
                <a:gd name="connsiteX4" fmla="*/ 123941 w 806690"/>
                <a:gd name="connsiteY4" fmla="*/ 1582037 h 1582037"/>
                <a:gd name="connsiteX5" fmla="*/ 124001 w 806690"/>
                <a:gd name="connsiteY5" fmla="*/ 1582037 h 1582037"/>
                <a:gd name="connsiteX6" fmla="*/ 298650 w 806690"/>
                <a:gd name="connsiteY6" fmla="*/ 1582037 h 1582037"/>
                <a:gd name="connsiteX7" fmla="*/ 806690 w 806690"/>
                <a:gd name="connsiteY7" fmla="*/ 1582037 h 1582037"/>
                <a:gd name="connsiteX8" fmla="*/ 806690 w 806690"/>
                <a:gd name="connsiteY8" fmla="*/ 852573 h 1582037"/>
                <a:gd name="connsiteX9" fmla="*/ 444103 w 806690"/>
                <a:gd name="connsiteY9" fmla="*/ 512747 h 158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690" h="1582037">
                  <a:moveTo>
                    <a:pt x="444103" y="0"/>
                  </a:moveTo>
                  <a:lnTo>
                    <a:pt x="0" y="240196"/>
                  </a:lnTo>
                  <a:lnTo>
                    <a:pt x="0" y="753241"/>
                  </a:lnTo>
                  <a:lnTo>
                    <a:pt x="123941" y="686324"/>
                  </a:lnTo>
                  <a:lnTo>
                    <a:pt x="123941" y="1582037"/>
                  </a:lnTo>
                  <a:lnTo>
                    <a:pt x="124001" y="1582037"/>
                  </a:lnTo>
                  <a:lnTo>
                    <a:pt x="298650" y="1582037"/>
                  </a:lnTo>
                  <a:lnTo>
                    <a:pt x="806690" y="1582037"/>
                  </a:lnTo>
                  <a:lnTo>
                    <a:pt x="806690" y="852573"/>
                  </a:lnTo>
                  <a:lnTo>
                    <a:pt x="444103" y="512747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5953" cap="flat">
              <a:solidFill>
                <a:schemeClr val="tx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6A0F81-57B6-1FCC-9A3A-0474D89767C6}"/>
                </a:ext>
              </a:extLst>
            </p:cNvPr>
            <p:cNvSpPr/>
            <p:nvPr/>
          </p:nvSpPr>
          <p:spPr>
            <a:xfrm>
              <a:off x="92016" y="5126876"/>
              <a:ext cx="1905535" cy="1745246"/>
            </a:xfrm>
            <a:custGeom>
              <a:avLst/>
              <a:gdLst>
                <a:gd name="connsiteX0" fmla="*/ 0 w 1905535"/>
                <a:gd name="connsiteY0" fmla="*/ 0 h 1745246"/>
                <a:gd name="connsiteX1" fmla="*/ 1905536 w 1905535"/>
                <a:gd name="connsiteY1" fmla="*/ 0 h 1745246"/>
                <a:gd name="connsiteX2" fmla="*/ 1905536 w 1905535"/>
                <a:gd name="connsiteY2" fmla="*/ 1745246 h 1745246"/>
                <a:gd name="connsiteX3" fmla="*/ 0 w 1905535"/>
                <a:gd name="connsiteY3" fmla="*/ 1745246 h 174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535" h="1745246">
                  <a:moveTo>
                    <a:pt x="0" y="0"/>
                  </a:moveTo>
                  <a:lnTo>
                    <a:pt x="1905536" y="0"/>
                  </a:lnTo>
                  <a:lnTo>
                    <a:pt x="1905536" y="1745246"/>
                  </a:lnTo>
                  <a:lnTo>
                    <a:pt x="0" y="1745246"/>
                  </a:lnTo>
                  <a:close/>
                </a:path>
              </a:pathLst>
            </a:custGeom>
            <a:noFill/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3F0E143-BEB2-3313-3835-EDF1ACBFCA28}"/>
                </a:ext>
              </a:extLst>
            </p:cNvPr>
            <p:cNvSpPr/>
            <p:nvPr/>
          </p:nvSpPr>
          <p:spPr>
            <a:xfrm>
              <a:off x="254093" y="6231323"/>
              <a:ext cx="187282" cy="640799"/>
            </a:xfrm>
            <a:custGeom>
              <a:avLst/>
              <a:gdLst>
                <a:gd name="connsiteX0" fmla="*/ 0 w 187282"/>
                <a:gd name="connsiteY0" fmla="*/ 101119 h 640799"/>
                <a:gd name="connsiteX1" fmla="*/ 0 w 187282"/>
                <a:gd name="connsiteY1" fmla="*/ 640799 h 640799"/>
                <a:gd name="connsiteX2" fmla="*/ 187282 w 187282"/>
                <a:gd name="connsiteY2" fmla="*/ 640799 h 640799"/>
                <a:gd name="connsiteX3" fmla="*/ 187282 w 187282"/>
                <a:gd name="connsiteY3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282" h="640799">
                  <a:moveTo>
                    <a:pt x="0" y="101119"/>
                  </a:moveTo>
                  <a:lnTo>
                    <a:pt x="0" y="640799"/>
                  </a:lnTo>
                  <a:lnTo>
                    <a:pt x="187282" y="640799"/>
                  </a:lnTo>
                  <a:lnTo>
                    <a:pt x="187282" y="0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7C15268-4943-CB0A-6CB6-D63433F44E13}"/>
                </a:ext>
              </a:extLst>
            </p:cNvPr>
            <p:cNvSpPr/>
            <p:nvPr/>
          </p:nvSpPr>
          <p:spPr>
            <a:xfrm>
              <a:off x="92016" y="5415815"/>
              <a:ext cx="325226" cy="1456307"/>
            </a:xfrm>
            <a:custGeom>
              <a:avLst/>
              <a:gdLst>
                <a:gd name="connsiteX0" fmla="*/ 0 w 325226"/>
                <a:gd name="connsiteY0" fmla="*/ 1456308 h 1456307"/>
                <a:gd name="connsiteX1" fmla="*/ 98378 w 325226"/>
                <a:gd name="connsiteY1" fmla="*/ 1456308 h 1456307"/>
                <a:gd name="connsiteX2" fmla="*/ 98378 w 325226"/>
                <a:gd name="connsiteY2" fmla="*/ 770282 h 1456307"/>
                <a:gd name="connsiteX3" fmla="*/ 325226 w 325226"/>
                <a:gd name="connsiteY3" fmla="*/ 659033 h 1456307"/>
                <a:gd name="connsiteX4" fmla="*/ 325226 w 325226"/>
                <a:gd name="connsiteY4" fmla="*/ 217493 h 1456307"/>
                <a:gd name="connsiteX5" fmla="*/ 0 w 325226"/>
                <a:gd name="connsiteY5" fmla="*/ 0 h 145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226" h="1456307">
                  <a:moveTo>
                    <a:pt x="0" y="1456308"/>
                  </a:moveTo>
                  <a:lnTo>
                    <a:pt x="98378" y="1456308"/>
                  </a:lnTo>
                  <a:lnTo>
                    <a:pt x="98378" y="770282"/>
                  </a:lnTo>
                  <a:lnTo>
                    <a:pt x="325226" y="659033"/>
                  </a:lnTo>
                  <a:lnTo>
                    <a:pt x="325226" y="21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C84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76886E4-75C6-B432-27B8-4277418F3FB5}"/>
                </a:ext>
              </a:extLst>
            </p:cNvPr>
            <p:cNvSpPr/>
            <p:nvPr/>
          </p:nvSpPr>
          <p:spPr>
            <a:xfrm>
              <a:off x="942145" y="5290145"/>
              <a:ext cx="1539492" cy="1581977"/>
            </a:xfrm>
            <a:custGeom>
              <a:avLst/>
              <a:gdLst>
                <a:gd name="connsiteX0" fmla="*/ 0 w 1539492"/>
                <a:gd name="connsiteY0" fmla="*/ 1581978 h 1581977"/>
                <a:gd name="connsiteX1" fmla="*/ 1430 w 1539492"/>
                <a:gd name="connsiteY1" fmla="*/ 0 h 1581977"/>
                <a:gd name="connsiteX2" fmla="*/ 1539492 w 1539492"/>
                <a:gd name="connsiteY2" fmla="*/ 1581978 h 158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492" h="1581977">
                  <a:moveTo>
                    <a:pt x="0" y="1581978"/>
                  </a:moveTo>
                  <a:lnTo>
                    <a:pt x="1430" y="0"/>
                  </a:lnTo>
                  <a:lnTo>
                    <a:pt x="1539492" y="1581978"/>
                  </a:lnTo>
                </a:path>
              </a:pathLst>
            </a:custGeom>
            <a:noFill/>
            <a:ln w="11034" cap="flat">
              <a:solidFill>
                <a:srgbClr val="54B1D8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6A792E-F1D2-AE88-89AF-BA02B03820D4}"/>
                </a:ext>
              </a:extLst>
            </p:cNvPr>
            <p:cNvSpPr/>
            <p:nvPr/>
          </p:nvSpPr>
          <p:spPr>
            <a:xfrm>
              <a:off x="-9639" y="4340326"/>
              <a:ext cx="806630" cy="2531796"/>
            </a:xfrm>
            <a:custGeom>
              <a:avLst/>
              <a:gdLst>
                <a:gd name="connsiteX0" fmla="*/ 309615 w 806630"/>
                <a:gd name="connsiteY0" fmla="*/ 2531796 h 2531796"/>
                <a:gd name="connsiteX1" fmla="*/ 309615 w 806630"/>
                <a:gd name="connsiteY1" fmla="*/ 1126852 h 2531796"/>
                <a:gd name="connsiteX2" fmla="*/ 806631 w 806630"/>
                <a:gd name="connsiteY2" fmla="*/ 845780 h 2531796"/>
                <a:gd name="connsiteX3" fmla="*/ 806631 w 806630"/>
                <a:gd name="connsiteY3" fmla="*/ 488018 h 2531796"/>
                <a:gd name="connsiteX4" fmla="*/ 0 w 806630"/>
                <a:gd name="connsiteY4" fmla="*/ 0 h 2531796"/>
                <a:gd name="connsiteX5" fmla="*/ 0 w 806630"/>
                <a:gd name="connsiteY5" fmla="*/ 2531796 h 253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630" h="2531796">
                  <a:moveTo>
                    <a:pt x="309615" y="2531796"/>
                  </a:moveTo>
                  <a:lnTo>
                    <a:pt x="309615" y="1126852"/>
                  </a:lnTo>
                  <a:lnTo>
                    <a:pt x="806631" y="845780"/>
                  </a:lnTo>
                  <a:lnTo>
                    <a:pt x="806631" y="488018"/>
                  </a:lnTo>
                  <a:lnTo>
                    <a:pt x="0" y="0"/>
                  </a:lnTo>
                  <a:lnTo>
                    <a:pt x="0" y="2531796"/>
                  </a:lnTo>
                </a:path>
              </a:pathLst>
            </a:custGeom>
            <a:noFill/>
            <a:ln w="11034" cap="flat">
              <a:solidFill>
                <a:srgbClr val="92C84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B467B25C-B6F3-930A-7C4A-47A5FBD38395}"/>
              </a:ext>
            </a:extLst>
          </p:cNvPr>
          <p:cNvSpPr/>
          <p:nvPr userDrawn="1"/>
        </p:nvSpPr>
        <p:spPr>
          <a:xfrm>
            <a:off x="6215775" y="5643305"/>
            <a:ext cx="642225" cy="4262697"/>
          </a:xfrm>
          <a:custGeom>
            <a:avLst/>
            <a:gdLst>
              <a:gd name="connsiteX0" fmla="*/ 1141730 w 1141730"/>
              <a:gd name="connsiteY0" fmla="*/ 0 h 2951098"/>
              <a:gd name="connsiteX1" fmla="*/ 0 w 1141730"/>
              <a:gd name="connsiteY1" fmla="*/ 694309 h 2951098"/>
              <a:gd name="connsiteX2" fmla="*/ 0 w 1141730"/>
              <a:gd name="connsiteY2" fmla="*/ 2951099 h 2951098"/>
              <a:gd name="connsiteX3" fmla="*/ 1141222 w 1141730"/>
              <a:gd name="connsiteY3" fmla="*/ 2951099 h 295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1730" h="2951098">
                <a:moveTo>
                  <a:pt x="1141730" y="0"/>
                </a:moveTo>
                <a:lnTo>
                  <a:pt x="0" y="694309"/>
                </a:lnTo>
                <a:lnTo>
                  <a:pt x="0" y="2951099"/>
                </a:lnTo>
                <a:lnTo>
                  <a:pt x="1141222" y="2951099"/>
                </a:lnTo>
                <a:close/>
              </a:path>
            </a:pathLst>
          </a:custGeom>
          <a:solidFill>
            <a:schemeClr val="tx1">
              <a:lumMod val="7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1320706" rtl="1" eaLnBrk="1" latinLnBrk="0" hangingPunct="1"/>
            <a:endParaRPr lang="en-SA" sz="2601"/>
          </a:p>
        </p:txBody>
      </p:sp>
    </p:spTree>
    <p:extLst>
      <p:ext uri="{BB962C8B-B14F-4D97-AF65-F5344CB8AC3E}">
        <p14:creationId xmlns:p14="http://schemas.microsoft.com/office/powerpoint/2010/main" val="42775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12E89-D512-DD62-4410-36F9A990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527408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6D3EF-BD0C-1258-399D-E89B122F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3D3F-67D0-3303-E3E1-7612D14A9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9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ACCF9-DC0B-A44B-AD99-D0D9424B2001}" type="datetimeFigureOut">
              <a:rPr lang="en-SA" smtClean="0"/>
              <a:t>10/05/2026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20B53-D39E-5761-0C0D-3969AFA5487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0" y="9181401"/>
            <a:ext cx="68580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D4171-1EA3-2ED8-3A6E-04812B70C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0101F-097E-B74D-B647-2613DEA491E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2877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3" r:id="rId3"/>
  </p:sldLayoutIdLst>
  <p:txStyles>
    <p:titleStyle>
      <a:lvl1pPr algn="l" defTabSz="1320706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78" indent="-330178" algn="l" defTabSz="1320706" rtl="0" eaLnBrk="1" latinLnBrk="0" hangingPunct="1">
        <a:lnSpc>
          <a:spcPct val="90000"/>
        </a:lnSpc>
        <a:spcBef>
          <a:spcPts val="1446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32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8" kern="1200">
          <a:solidFill>
            <a:schemeClr val="tx1"/>
          </a:solidFill>
          <a:latin typeface="+mn-lt"/>
          <a:ea typeface="+mn-ea"/>
          <a:cs typeface="+mn-cs"/>
        </a:defRPr>
      </a:lvl2pPr>
      <a:lvl3pPr marL="1650884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238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971591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631945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4292298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952652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613006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60353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320706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3pPr>
      <a:lvl4pPr marL="1981059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641414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301768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120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622474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282826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7BFCC-DF5C-3196-81F7-14A83877A35B}"/>
              </a:ext>
            </a:extLst>
          </p:cNvPr>
          <p:cNvSpPr txBox="1"/>
          <p:nvPr/>
        </p:nvSpPr>
        <p:spPr>
          <a:xfrm>
            <a:off x="-99062" y="179284"/>
            <a:ext cx="6888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200" dirty="0">
                <a:solidFill>
                  <a:srgbClr val="22546D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تطوير أراضي  واحة جدة</a:t>
            </a:r>
            <a:endParaRPr lang="ar-SA" sz="1200" dirty="0">
              <a:solidFill>
                <a:srgbClr val="22546D"/>
              </a:solidFill>
              <a:latin typeface="TheSansArab Black" panose="020B0902050302020203" pitchFamily="34" charset="-78"/>
              <a:cs typeface="TheSansArab Black" panose="020B0902050302020203" pitchFamily="34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E776D-27C7-EB7D-59D5-699AB1D45FA6}"/>
              </a:ext>
            </a:extLst>
          </p:cNvPr>
          <p:cNvSpPr txBox="1"/>
          <p:nvPr/>
        </p:nvSpPr>
        <p:spPr>
          <a:xfrm>
            <a:off x="1571606" y="543012"/>
            <a:ext cx="4295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000" b="1" dirty="0">
                <a:solidFill>
                  <a:srgbClr val="7CB132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مدير المشروع : م/ محمد </a:t>
            </a:r>
            <a:r>
              <a:rPr lang="ar-SA" sz="1000" b="1" dirty="0" err="1">
                <a:solidFill>
                  <a:srgbClr val="7CB132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الشنيفي</a:t>
            </a:r>
            <a:endParaRPr lang="ar-SA" sz="1000" b="1" dirty="0">
              <a:solidFill>
                <a:srgbClr val="7CB132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FBE6AFE2-AA2A-4080-A248-440F1624C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07777"/>
              </p:ext>
            </p:extLst>
          </p:nvPr>
        </p:nvGraphicFramePr>
        <p:xfrm>
          <a:off x="60956" y="3596576"/>
          <a:ext cx="6728459" cy="2096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351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457277">
                  <a:extLst>
                    <a:ext uri="{9D8B030D-6E8A-4147-A177-3AD203B41FA5}">
                      <a16:colId xmlns:a16="http://schemas.microsoft.com/office/drawing/2014/main" val="1165626376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948647339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190786097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14859618"/>
                    </a:ext>
                  </a:extLst>
                </a:gridCol>
                <a:gridCol w="434340">
                  <a:extLst>
                    <a:ext uri="{9D8B030D-6E8A-4147-A177-3AD203B41FA5}">
                      <a16:colId xmlns:a16="http://schemas.microsoft.com/office/drawing/2014/main" val="957094727"/>
                    </a:ext>
                  </a:extLst>
                </a:gridCol>
                <a:gridCol w="801134">
                  <a:extLst>
                    <a:ext uri="{9D8B030D-6E8A-4147-A177-3AD203B41FA5}">
                      <a16:colId xmlns:a16="http://schemas.microsoft.com/office/drawing/2014/main" val="2821949625"/>
                    </a:ext>
                  </a:extLst>
                </a:gridCol>
                <a:gridCol w="741748">
                  <a:extLst>
                    <a:ext uri="{9D8B030D-6E8A-4147-A177-3AD203B41FA5}">
                      <a16:colId xmlns:a16="http://schemas.microsoft.com/office/drawing/2014/main" val="2230393259"/>
                    </a:ext>
                  </a:extLst>
                </a:gridCol>
                <a:gridCol w="679285">
                  <a:extLst>
                    <a:ext uri="{9D8B030D-6E8A-4147-A177-3AD203B41FA5}">
                      <a16:colId xmlns:a16="http://schemas.microsoft.com/office/drawing/2014/main" val="3080061462"/>
                    </a:ext>
                  </a:extLst>
                </a:gridCol>
                <a:gridCol w="475312">
                  <a:extLst>
                    <a:ext uri="{9D8B030D-6E8A-4147-A177-3AD203B41FA5}">
                      <a16:colId xmlns:a16="http://schemas.microsoft.com/office/drawing/2014/main" val="2239337626"/>
                    </a:ext>
                  </a:extLst>
                </a:gridCol>
              </a:tblGrid>
              <a:tr h="266828">
                <a:tc gridSpan="10"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حالة الإعتمادات الفنية (المخططات / المواد)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252784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ITEM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Total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A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B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C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D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Processed</a:t>
                      </a:r>
                      <a:endParaRPr lang="ar-SA" sz="1200" b="1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Remaining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Pending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079429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General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   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  <a:tr h="37477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Road Works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260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210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260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771392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Mechanical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257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218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594574"/>
                  </a:ext>
                </a:extLst>
              </a:tr>
              <a:tr h="296391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Electrical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98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6 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92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-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98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04638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Material Approval</a:t>
                      </a:r>
                      <a:endParaRPr lang="ar-SA" sz="10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146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109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37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FF000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FF000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146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100. %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48186"/>
                  </a:ext>
                </a:extLst>
              </a:tr>
            </a:tbl>
          </a:graphicData>
        </a:graphic>
      </p:graphicFrame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216207B8-8127-4DF4-A48F-8FFCACA30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06459"/>
              </p:ext>
            </p:extLst>
          </p:nvPr>
        </p:nvGraphicFramePr>
        <p:xfrm>
          <a:off x="60960" y="914728"/>
          <a:ext cx="6728459" cy="2658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206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1882336">
                  <a:extLst>
                    <a:ext uri="{9D8B030D-6E8A-4147-A177-3AD203B41FA5}">
                      <a16:colId xmlns:a16="http://schemas.microsoft.com/office/drawing/2014/main" val="2023382613"/>
                    </a:ext>
                  </a:extLst>
                </a:gridCol>
                <a:gridCol w="1511054">
                  <a:extLst>
                    <a:ext uri="{9D8B030D-6E8A-4147-A177-3AD203B41FA5}">
                      <a16:colId xmlns:a16="http://schemas.microsoft.com/office/drawing/2014/main" val="1908273267"/>
                    </a:ext>
                  </a:extLst>
                </a:gridCol>
                <a:gridCol w="1906863">
                  <a:extLst>
                    <a:ext uri="{9D8B030D-6E8A-4147-A177-3AD203B41FA5}">
                      <a16:colId xmlns:a16="http://schemas.microsoft.com/office/drawing/2014/main" val="2494281621"/>
                    </a:ext>
                  </a:extLst>
                </a:gridCol>
              </a:tblGrid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24-Nov-2025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</a:t>
                      </a:r>
                      <a:r>
                        <a:rPr lang="ar-EG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تسليم الموقع 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شركة الإنجاز للتجارة والمقاولات</a:t>
                      </a:r>
                      <a:endParaRPr lang="en-US" sz="1200" b="0" i="0" u="none" strike="noStrike" kern="1200" dirty="0">
                        <a:solidFill>
                          <a:srgbClr val="22546D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مقاول المشروع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462271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27,469,388.64</a:t>
                      </a:r>
                      <a:endParaRPr lang="ar-SA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إجمالي قيمة المصروف</a:t>
                      </a:r>
                    </a:p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شامل ضريبة القيمة المضافة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65,900,000.00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ريال</a:t>
                      </a:r>
                      <a:endParaRPr lang="en-US" sz="1200" b="0" i="0" u="none" strike="noStrike" kern="1200" dirty="0">
                        <a:solidFill>
                          <a:srgbClr val="22546D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قيمة العقد</a:t>
                      </a:r>
                    </a:p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شامل ضريبة القيمة المضافة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00850"/>
                  </a:ext>
                </a:extLst>
              </a:tr>
              <a:tr h="433379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لا يوجد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الحاجة لأوامر تغيير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0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عدد أوامر التغيير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765753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12</a:t>
                      </a: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شهر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مدة المشروع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18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شهر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مدة المشروع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1884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23-Nov-2026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نهاية المشروع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23-May-2027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نهاية المشروع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4433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546D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87 %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المدة المنقضية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%</a:t>
                      </a: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المدة المنقضية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30859"/>
                  </a:ext>
                </a:extLst>
              </a:tr>
              <a:tr h="283576"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546D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91.11%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إنجاز  المشروع الفعلية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58.61%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تقدم المشروع المخططة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74739"/>
                  </a:ext>
                </a:extLst>
              </a:tr>
              <a:tr h="27447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77%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M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النسبة </a:t>
                      </a: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المستهدف</a:t>
                      </a:r>
                      <a:r>
                        <a:rPr lang="ar-M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ة </a:t>
                      </a: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للربع القادم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32.50</a:t>
                      </a:r>
                      <a:r>
                        <a:rPr lang="ar-SA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%</a:t>
                      </a:r>
                      <a:endParaRPr lang="ar-SA" sz="1200" b="1" kern="1200" dirty="0">
                        <a:solidFill>
                          <a:srgbClr val="00B05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الفرق بين المخطط والمنجز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12401"/>
                  </a:ext>
                </a:extLst>
              </a:tr>
            </a:tbl>
          </a:graphicData>
        </a:graphic>
      </p:graphicFrame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3792016F-8098-4F1C-A462-2720F7799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644575"/>
              </p:ext>
            </p:extLst>
          </p:nvPr>
        </p:nvGraphicFramePr>
        <p:xfrm>
          <a:off x="60955" y="5716902"/>
          <a:ext cx="6728460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8492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3569968">
                  <a:extLst>
                    <a:ext uri="{9D8B030D-6E8A-4147-A177-3AD203B41FA5}">
                      <a16:colId xmlns:a16="http://schemas.microsoft.com/office/drawing/2014/main" val="2663983944"/>
                    </a:ext>
                  </a:extLst>
                </a:gridCol>
              </a:tblGrid>
              <a:tr h="261710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التحديات والمعوقات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الأعمال الجارية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2396710">
                <a:tc>
                  <a:txBody>
                    <a:bodyPr/>
                    <a:lstStyle/>
                    <a:p>
                      <a:pPr marL="0" marR="0" lvl="0" indent="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1320706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rgbClr val="818285"/>
                          </a:solidFill>
                          <a:latin typeface="Sakkal Majalla" panose="02000000000000000000" pitchFamily="2" charset="-78"/>
                          <a:ea typeface="+mn-ea"/>
                          <a:cs typeface="TheSansArab Plain" panose="020B0502050302020203" pitchFamily="34" charset="-78"/>
                        </a:rPr>
                        <a:t>الاعمال المنفذة</a:t>
                      </a:r>
                      <a:endParaRPr lang="en-US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CCTV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kern="1200" dirty="0" err="1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Diesl</a:t>
                      </a: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Pump Work at Lift Station  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kern="1200" dirty="0" err="1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Rockfilling</a:t>
                      </a: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Work for Plots 4 &amp; 6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Sign Board Installation at R7S &amp; R5L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ABC Work at Tent Road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Earth work at Tent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kern="1200" dirty="0" err="1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Kerbstone</a:t>
                      </a: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work at R1 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MV Cable Laying at RS &amp; Out Zone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SL Work at R3 &amp; R7S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Handhole Installation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Duct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TL Work at R7S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Pump Installation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Relocation of Lightning Pole at R7S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Checker Plate Installation at Lift Station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</a:tbl>
          </a:graphicData>
        </a:graphic>
      </p:graphicFrame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C6BFC397-8221-5731-0A88-D48F9EE30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908456"/>
              </p:ext>
            </p:extLst>
          </p:nvPr>
        </p:nvGraphicFramePr>
        <p:xfrm>
          <a:off x="60955" y="9217273"/>
          <a:ext cx="6728459" cy="60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8459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</a:tblGrid>
              <a:tr h="191778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التحديات والدعم المطلوب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317665">
                <a:tc>
                  <a:txBody>
                    <a:bodyPr/>
                    <a:lstStyle/>
                    <a:p>
                      <a:pPr marL="171450" marR="0" lvl="0" indent="-17145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ar-SA" sz="1200" b="0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</a:tbl>
          </a:graphicData>
        </a:graphic>
      </p:graphicFrame>
      <p:sp>
        <p:nvSpPr>
          <p:cNvPr id="10" name="BJPseudoFooter">
            <a:extLst>
              <a:ext uri="{FF2B5EF4-FFF2-40B4-BE49-F238E27FC236}">
                <a16:creationId xmlns:a16="http://schemas.microsoft.com/office/drawing/2014/main" id="{AC78F0D7-14CD-4859-B320-3BECA232C47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9659779"/>
            <a:ext cx="1239442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72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7BFCC-DF5C-3196-81F7-14A83877A35B}"/>
              </a:ext>
            </a:extLst>
          </p:cNvPr>
          <p:cNvSpPr txBox="1"/>
          <p:nvPr/>
        </p:nvSpPr>
        <p:spPr>
          <a:xfrm>
            <a:off x="857250" y="140958"/>
            <a:ext cx="4965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600" dirty="0">
                <a:solidFill>
                  <a:srgbClr val="22546D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صور من المشروع</a:t>
            </a:r>
            <a:endParaRPr lang="ar-SA" sz="1600" dirty="0">
              <a:solidFill>
                <a:srgbClr val="22546D"/>
              </a:solidFill>
              <a:latin typeface="TheSansArab Black" panose="020B0902050302020203" pitchFamily="34" charset="-78"/>
              <a:cs typeface="TheSansArab Black" panose="020B0902050302020203" pitchFamily="34" charset="-78"/>
            </a:endParaRP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8237BCB3-5D9C-4F96-9129-848687378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52C0EA21-D85C-4B81-8B2C-1D6AD3532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BJPseudoFooter">
            <a:extLst>
              <a:ext uri="{FF2B5EF4-FFF2-40B4-BE49-F238E27FC236}">
                <a16:creationId xmlns:a16="http://schemas.microsoft.com/office/drawing/2014/main" id="{AAD5BA66-EE82-4F8C-9355-F7536EBEC7B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9659779"/>
            <a:ext cx="1239442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9ED28729-C7BE-4C13-A699-ABC8E0D14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t="9867" b="9867"/>
          <a:stretch/>
        </p:blipFill>
        <p:spPr bwMode="auto">
          <a:xfrm>
            <a:off x="3631847" y="5088108"/>
            <a:ext cx="2739577" cy="164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0706F2F5-58EF-47D7-B68C-340916BDC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t="28710" b="28710"/>
          <a:stretch/>
        </p:blipFill>
        <p:spPr bwMode="auto">
          <a:xfrm>
            <a:off x="3631863" y="957139"/>
            <a:ext cx="2739586" cy="155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9E239FC9-FAB6-4829-8739-835B609DF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10717" b="10717"/>
          <a:stretch/>
        </p:blipFill>
        <p:spPr bwMode="auto">
          <a:xfrm>
            <a:off x="386275" y="5088108"/>
            <a:ext cx="2798844" cy="164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Box 10">
            <a:extLst>
              <a:ext uri="{FF2B5EF4-FFF2-40B4-BE49-F238E27FC236}">
                <a16:creationId xmlns:a16="http://schemas.microsoft.com/office/drawing/2014/main" id="{39895175-4A44-464C-8C40-1D6AA8087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59" y="2619852"/>
            <a:ext cx="2438400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 Backfilling</a:t>
            </a:r>
            <a:endParaRPr lang="ar-MA" alt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ABE093A-C0C0-497A-9F19-CF74D61DC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861" y="2632941"/>
            <a:ext cx="26467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ABC Work at Tent Road</a:t>
            </a:r>
            <a:endParaRPr lang="ar-MA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45155A15-323B-4F60-99E8-3497969E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78" y="4724834"/>
            <a:ext cx="26616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 Board Installation at R4R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8DB46548-9ED4-4E58-8FEF-834530B49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861" y="4722813"/>
            <a:ext cx="26616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 Cable Work at Existing Area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" name="Picture 1">
            <a:extLst>
              <a:ext uri="{FF2B5EF4-FFF2-40B4-BE49-F238E27FC236}">
                <a16:creationId xmlns:a16="http://schemas.microsoft.com/office/drawing/2014/main" id="{3B74C0F9-4B0B-4409-97E0-ADEB3BE83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3631847" y="3044942"/>
            <a:ext cx="2739577" cy="160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7">
            <a:extLst>
              <a:ext uri="{FF2B5EF4-FFF2-40B4-BE49-F238E27FC236}">
                <a16:creationId xmlns:a16="http://schemas.microsoft.com/office/drawing/2014/main" id="{E736F414-6490-4088-97E0-4D6D8717D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438994" y="963830"/>
            <a:ext cx="2739586" cy="154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">
            <a:extLst>
              <a:ext uri="{FF2B5EF4-FFF2-40B4-BE49-F238E27FC236}">
                <a16:creationId xmlns:a16="http://schemas.microsoft.com/office/drawing/2014/main" id="{B7F28D28-D0C1-C408-EEA0-6118AD6B3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386274" y="3062131"/>
            <a:ext cx="2798842" cy="157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 Box 13">
            <a:extLst>
              <a:ext uri="{FF2B5EF4-FFF2-40B4-BE49-F238E27FC236}">
                <a16:creationId xmlns:a16="http://schemas.microsoft.com/office/drawing/2014/main" id="{10EFEA3A-3B00-87F0-A2E3-C6A5365B5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45" y="6780116"/>
            <a:ext cx="2438400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Installation of AC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Box 13">
            <a:extLst>
              <a:ext uri="{FF2B5EF4-FFF2-40B4-BE49-F238E27FC236}">
                <a16:creationId xmlns:a16="http://schemas.microsoft.com/office/drawing/2014/main" id="{5A83FB84-E5C2-499F-1A1C-8F678790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56" y="6780116"/>
            <a:ext cx="2491548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Installation of Road Sign Board</a:t>
            </a:r>
            <a:endParaRPr lang="ar-MA" alt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ar-MA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643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heme/theme1.xml><?xml version="1.0" encoding="utf-8"?>
<a:theme xmlns:a="http://schemas.openxmlformats.org/drawingml/2006/main" name="Office Theme">
  <a:themeElements>
    <a:clrScheme name="Modon">
      <a:dk1>
        <a:srgbClr val="24638F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61B7DF"/>
      </a:accent2>
      <a:accent3>
        <a:srgbClr val="9AC324"/>
      </a:accent3>
      <a:accent4>
        <a:srgbClr val="878786"/>
      </a:accent4>
      <a:accent5>
        <a:srgbClr val="FEE000"/>
      </a:accent5>
      <a:accent6>
        <a:srgbClr val="EB6924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f6d1ab2-6913-4946-9b6b-06be7c1a9017" origin="userSelected">
  <element uid="64a78ead-36fc-4674-8581-d2b7639be2f4" value=""/>
</sisl>
</file>

<file path=customXml/itemProps1.xml><?xml version="1.0" encoding="utf-8"?>
<ds:datastoreItem xmlns:ds="http://schemas.openxmlformats.org/officeDocument/2006/customXml" ds:itemID="{C9713E57-14CD-4353-B0A1-B918E0E476E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4770</TotalTime>
  <Words>352</Words>
  <Application>Microsoft Office PowerPoint</Application>
  <PresentationFormat>A4 Paper (210x297 mm)</PresentationFormat>
  <Paragraphs>132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Sakkal Majalla</vt:lpstr>
      <vt:lpstr>TheSansArab Black</vt:lpstr>
      <vt:lpstr>TheSansArab Plain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saad</dc:creator>
  <cp:keywords>Confidential | مقيّد</cp:keywords>
  <cp:lastModifiedBy>Windows User</cp:lastModifiedBy>
  <cp:revision>396</cp:revision>
  <cp:lastPrinted>2024-10-14T12:54:25Z</cp:lastPrinted>
  <dcterms:created xsi:type="dcterms:W3CDTF">2024-03-13T09:12:33Z</dcterms:created>
  <dcterms:modified xsi:type="dcterms:W3CDTF">2026-10-05T06:54:17Z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3576650c-3e20-4b4c-9303-d812bd6d73f3</vt:lpwstr>
  </property>
  <property fmtid="{D5CDD505-2E9C-101B-9397-08002B2CF9AE}" pid="3" name="bjClsUserRVM">
    <vt:lpwstr>[]</vt:lpwstr>
  </property>
  <property fmtid="{D5CDD505-2E9C-101B-9397-08002B2CF9AE}" pid="4" name="bjSaver">
    <vt:lpwstr>xwrqMQh3Z7Rwy7euE6vXJlacfULA0lAo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policy="3f6d1ab2-6913-4946-9b6b-06be7c1a9017" origin="userSelected" xmlns="http://www.boldonj</vt:lpwstr>
  </property>
  <property fmtid="{D5CDD505-2E9C-101B-9397-08002B2CF9AE}" pid="6" name="bjDocumentLabelXML-0">
    <vt:lpwstr>ames.com/2008/01/sie/internal/label"&gt;&lt;element uid="64a78ead-36fc-4674-8581-d2b7639be2f4" value="" /&gt;&lt;/sisl&gt;</vt:lpwstr>
  </property>
  <property fmtid="{D5CDD505-2E9C-101B-9397-08002B2CF9AE}" pid="7" name="bjDocumentSecurityLabel">
    <vt:lpwstr>Confidential</vt:lpwstr>
  </property>
  <property fmtid="{D5CDD505-2E9C-101B-9397-08002B2CF9AE}" pid="8" name="bjSlideMasterFooterText">
    <vt:lpwstr> Confidential | مقيّد</vt:lpwstr>
  </property>
</Properties>
</file>